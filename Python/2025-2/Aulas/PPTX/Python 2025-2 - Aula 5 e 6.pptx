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Bugaki Italics" charset="1" panose="00000000000000000000"/>
      <p:regular r:id="rId42"/>
    </p:embeddedFont>
    <p:embeddedFont>
      <p:font typeface="Space Mono Bold" charset="1" panose="02000809030000020004"/>
      <p:regular r:id="rId43"/>
    </p:embeddedFont>
    <p:embeddedFont>
      <p:font typeface="Open Sans Bold" charset="1" panose="000000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7989" y="3374177"/>
            <a:ext cx="6652022" cy="6028784"/>
          </a:xfrm>
          <a:custGeom>
            <a:avLst/>
            <a:gdLst/>
            <a:ahLst/>
            <a:cxnLst/>
            <a:rect r="r" b="b" t="t" l="l"/>
            <a:pathLst>
              <a:path h="6028784" w="6652022">
                <a:moveTo>
                  <a:pt x="0" y="0"/>
                </a:moveTo>
                <a:lnTo>
                  <a:pt x="6652022" y="0"/>
                </a:lnTo>
                <a:lnTo>
                  <a:pt x="6652022" y="6028784"/>
                </a:lnTo>
                <a:lnTo>
                  <a:pt x="0" y="602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85009">
            <a:off x="1092347" y="1274081"/>
            <a:ext cx="4021282" cy="5143500"/>
          </a:xfrm>
          <a:custGeom>
            <a:avLst/>
            <a:gdLst/>
            <a:ahLst/>
            <a:cxnLst/>
            <a:rect r="r" b="b" t="t" l="l"/>
            <a:pathLst>
              <a:path h="5143500" w="4021282">
                <a:moveTo>
                  <a:pt x="0" y="0"/>
                </a:moveTo>
                <a:lnTo>
                  <a:pt x="4021282" y="0"/>
                </a:lnTo>
                <a:lnTo>
                  <a:pt x="402128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3" t="0" r="-3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79917">
            <a:off x="13831111" y="4077263"/>
            <a:ext cx="3104804" cy="4114800"/>
          </a:xfrm>
          <a:custGeom>
            <a:avLst/>
            <a:gdLst/>
            <a:ahLst/>
            <a:cxnLst/>
            <a:rect r="r" b="b" t="t" l="l"/>
            <a:pathLst>
              <a:path h="4114800" w="3104804">
                <a:moveTo>
                  <a:pt x="0" y="0"/>
                </a:moveTo>
                <a:lnTo>
                  <a:pt x="3104804" y="0"/>
                </a:lnTo>
                <a:lnTo>
                  <a:pt x="3104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7633" y="1867390"/>
            <a:ext cx="13357297" cy="5831260"/>
          </a:xfrm>
          <a:custGeom>
            <a:avLst/>
            <a:gdLst/>
            <a:ahLst/>
            <a:cxnLst/>
            <a:rect r="r" b="b" t="t" l="l"/>
            <a:pathLst>
              <a:path h="5831260" w="13357297">
                <a:moveTo>
                  <a:pt x="0" y="0"/>
                </a:moveTo>
                <a:lnTo>
                  <a:pt x="13357298" y="0"/>
                </a:lnTo>
                <a:lnTo>
                  <a:pt x="13357298" y="5831261"/>
                </a:lnTo>
                <a:lnTo>
                  <a:pt x="0" y="58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625148">
            <a:off x="1548436" y="1767823"/>
            <a:ext cx="3624249" cy="1526770"/>
            <a:chOff x="0" y="0"/>
            <a:chExt cx="4832332" cy="2035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2350" cy="2035683"/>
            </a:xfrm>
            <a:custGeom>
              <a:avLst/>
              <a:gdLst/>
              <a:ahLst/>
              <a:cxnLst/>
              <a:rect r="r" b="b" t="t" l="l"/>
              <a:pathLst>
                <a:path h="203568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035683"/>
                  </a:lnTo>
                  <a:lnTo>
                    <a:pt x="0" y="203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862" r="0" b="-11786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1057456">
            <a:off x="13459709" y="7291099"/>
            <a:ext cx="1894937" cy="1884601"/>
          </a:xfrm>
          <a:custGeom>
            <a:avLst/>
            <a:gdLst/>
            <a:ahLst/>
            <a:cxnLst/>
            <a:rect r="r" b="b" t="t" l="l"/>
            <a:pathLst>
              <a:path h="1884601" w="1894937">
                <a:moveTo>
                  <a:pt x="0" y="0"/>
                </a:moveTo>
                <a:lnTo>
                  <a:pt x="1894937" y="0"/>
                </a:lnTo>
                <a:lnTo>
                  <a:pt x="1894937" y="1884601"/>
                </a:lnTo>
                <a:lnTo>
                  <a:pt x="0" y="1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74" r="0" b="-27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5679535"/>
            <a:ext cx="2737850" cy="2737850"/>
            <a:chOff x="0" y="0"/>
            <a:chExt cx="3650467" cy="3650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0488" cy="3650488"/>
            </a:xfrm>
            <a:custGeom>
              <a:avLst/>
              <a:gdLst/>
              <a:ahLst/>
              <a:cxnLst/>
              <a:rect r="r" b="b" t="t" l="l"/>
              <a:pathLst>
                <a:path h="3650488" w="3650488">
                  <a:moveTo>
                    <a:pt x="0" y="0"/>
                  </a:moveTo>
                  <a:lnTo>
                    <a:pt x="3650488" y="0"/>
                  </a:lnTo>
                  <a:lnTo>
                    <a:pt x="3650488" y="3650488"/>
                  </a:lnTo>
                  <a:lnTo>
                    <a:pt x="0" y="3650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-582495">
            <a:off x="1721831" y="3188368"/>
            <a:ext cx="14872554" cy="387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5"/>
              </a:lnSpc>
            </a:pPr>
            <a:r>
              <a:rPr lang="en-US" sz="16593" i="true" spc="-170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PYTHON</a:t>
            </a:r>
          </a:p>
          <a:p>
            <a:pPr algn="ctr">
              <a:lnSpc>
                <a:spcPts val="11640"/>
              </a:lnSpc>
            </a:pPr>
            <a:r>
              <a:rPr lang="en-US" sz="12000" i="true" spc="-1236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AULA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7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11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0" y="0"/>
                </a:moveTo>
                <a:lnTo>
                  <a:pt x="2478375" y="0"/>
                </a:lnTo>
                <a:lnTo>
                  <a:pt x="2478375" y="2621358"/>
                </a:lnTo>
                <a:lnTo>
                  <a:pt x="0" y="2621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3307" y="381000"/>
            <a:ext cx="12718638" cy="25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4"/>
              </a:lnSpc>
            </a:pPr>
            <a:r>
              <a:rPr lang="en-US" sz="11161" i="true" spc="-114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BEM - VINDOS!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26237" y="1860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428704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2478375" y="0"/>
                </a:moveTo>
                <a:lnTo>
                  <a:pt x="0" y="0"/>
                </a:lnTo>
                <a:lnTo>
                  <a:pt x="0" y="2621358"/>
                </a:lnTo>
                <a:lnTo>
                  <a:pt x="2478375" y="2621358"/>
                </a:lnTo>
                <a:lnTo>
                  <a:pt x="24783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0204" y="3467297"/>
            <a:ext cx="16447591" cy="5899499"/>
          </a:xfrm>
          <a:custGeom>
            <a:avLst/>
            <a:gdLst/>
            <a:ahLst/>
            <a:cxnLst/>
            <a:rect r="r" b="b" t="t" l="l"/>
            <a:pathLst>
              <a:path h="5899499" w="16447591">
                <a:moveTo>
                  <a:pt x="0" y="0"/>
                </a:moveTo>
                <a:lnTo>
                  <a:pt x="16447592" y="0"/>
                </a:lnTo>
                <a:lnTo>
                  <a:pt x="16447592" y="5899499"/>
                </a:lnTo>
                <a:lnTo>
                  <a:pt x="0" y="5899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4154" y="3069377"/>
            <a:ext cx="6579691" cy="1306319"/>
          </a:xfrm>
          <a:custGeom>
            <a:avLst/>
            <a:gdLst/>
            <a:ahLst/>
            <a:cxnLst/>
            <a:rect r="r" b="b" t="t" l="l"/>
            <a:pathLst>
              <a:path h="1306319" w="6579691">
                <a:moveTo>
                  <a:pt x="0" y="0"/>
                </a:moveTo>
                <a:lnTo>
                  <a:pt x="6579692" y="0"/>
                </a:lnTo>
                <a:lnTo>
                  <a:pt x="6579692" y="1306319"/>
                </a:lnTo>
                <a:lnTo>
                  <a:pt x="0" y="1306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5916" y="5143500"/>
            <a:ext cx="15516169" cy="76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036" indent="-382012" lvl="2">
              <a:lnSpc>
                <a:spcPts val="6016"/>
              </a:lnSpc>
              <a:buFont typeface="Arial"/>
              <a:buChar char="⚬"/>
            </a:pP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vamos praticar mais o uso do </a:t>
            </a:r>
            <a:r>
              <a:rPr lang="en-US" b="true" sz="5012" spc="-299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1860" y="3441814"/>
            <a:ext cx="5464280" cy="61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5"/>
              </a:lnSpc>
            </a:pPr>
            <a:r>
              <a:rPr lang="en-US" b="true" sz="4213" spc="-251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90779" y="3706612"/>
            <a:ext cx="14506442" cy="2873775"/>
            <a:chOff x="0" y="0"/>
            <a:chExt cx="19341922" cy="38317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341922" cy="3831700"/>
              <a:chOff x="0" y="0"/>
              <a:chExt cx="3820627" cy="7568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20626" cy="756879"/>
              </a:xfrm>
              <a:custGeom>
                <a:avLst/>
                <a:gdLst/>
                <a:ahLst/>
                <a:cxnLst/>
                <a:rect r="r" b="b" t="t" l="l"/>
                <a:pathLst>
                  <a:path h="756879" w="3820626">
                    <a:moveTo>
                      <a:pt x="27218" y="0"/>
                    </a:moveTo>
                    <a:lnTo>
                      <a:pt x="3793408" y="0"/>
                    </a:lnTo>
                    <a:cubicBezTo>
                      <a:pt x="3800627" y="0"/>
                      <a:pt x="3807550" y="2868"/>
                      <a:pt x="3812654" y="7972"/>
                    </a:cubicBezTo>
                    <a:cubicBezTo>
                      <a:pt x="3817759" y="13076"/>
                      <a:pt x="3820626" y="19999"/>
                      <a:pt x="3820626" y="27218"/>
                    </a:cubicBezTo>
                    <a:lnTo>
                      <a:pt x="3820626" y="729661"/>
                    </a:lnTo>
                    <a:cubicBezTo>
                      <a:pt x="3820626" y="736880"/>
                      <a:pt x="3817759" y="743803"/>
                      <a:pt x="3812654" y="748907"/>
                    </a:cubicBezTo>
                    <a:cubicBezTo>
                      <a:pt x="3807550" y="754011"/>
                      <a:pt x="3800627" y="756879"/>
                      <a:pt x="3793408" y="756879"/>
                    </a:cubicBezTo>
                    <a:lnTo>
                      <a:pt x="27218" y="756879"/>
                    </a:lnTo>
                    <a:cubicBezTo>
                      <a:pt x="19999" y="756879"/>
                      <a:pt x="13076" y="754011"/>
                      <a:pt x="7972" y="748907"/>
                    </a:cubicBezTo>
                    <a:cubicBezTo>
                      <a:pt x="2868" y="743803"/>
                      <a:pt x="0" y="736880"/>
                      <a:pt x="0" y="729661"/>
                    </a:cubicBezTo>
                    <a:lnTo>
                      <a:pt x="0" y="27218"/>
                    </a:lnTo>
                    <a:cubicBezTo>
                      <a:pt x="0" y="19999"/>
                      <a:pt x="2868" y="13076"/>
                      <a:pt x="7972" y="7972"/>
                    </a:cubicBezTo>
                    <a:cubicBezTo>
                      <a:pt x="13076" y="2868"/>
                      <a:pt x="19999" y="0"/>
                      <a:pt x="27218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20627" cy="794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6436" y="337593"/>
              <a:ext cx="18301972" cy="305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função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é usado para o código tomar uma decisão.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Ele executa uma parte do código somente se as condições forem atendidas.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Pode ser usado 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junto ao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executar parte do código caso a condição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não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seja atendida.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42063" y="2445563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que é if em python?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 de como usar if em python: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68219" y="3115561"/>
            <a:ext cx="5092507" cy="2397000"/>
            <a:chOff x="0" y="0"/>
            <a:chExt cx="6790009" cy="319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496579"/>
              <a:ext cx="5200714" cy="2190700"/>
              <a:chOff x="0" y="0"/>
              <a:chExt cx="1159973" cy="48861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59973" cy="488616"/>
              </a:xfrm>
              <a:custGeom>
                <a:avLst/>
                <a:gdLst/>
                <a:ahLst/>
                <a:cxnLst/>
                <a:rect r="r" b="b" t="t" l="l"/>
                <a:pathLst>
                  <a:path h="488616" w="1159973">
                    <a:moveTo>
                      <a:pt x="101227" y="0"/>
                    </a:moveTo>
                    <a:lnTo>
                      <a:pt x="1058746" y="0"/>
                    </a:lnTo>
                    <a:cubicBezTo>
                      <a:pt x="1114652" y="0"/>
                      <a:pt x="1159973" y="45321"/>
                      <a:pt x="1159973" y="101227"/>
                    </a:cubicBezTo>
                    <a:lnTo>
                      <a:pt x="1159973" y="387390"/>
                    </a:lnTo>
                    <a:cubicBezTo>
                      <a:pt x="1159973" y="443295"/>
                      <a:pt x="1114652" y="488616"/>
                      <a:pt x="1058746" y="488616"/>
                    </a:cubicBezTo>
                    <a:lnTo>
                      <a:pt x="101227" y="488616"/>
                    </a:lnTo>
                    <a:cubicBezTo>
                      <a:pt x="45321" y="488616"/>
                      <a:pt x="0" y="443295"/>
                      <a:pt x="0" y="387390"/>
                    </a:cubicBezTo>
                    <a:lnTo>
                      <a:pt x="0" y="101227"/>
                    </a:lnTo>
                    <a:cubicBezTo>
                      <a:pt x="0" y="45321"/>
                      <a:pt x="45321" y="0"/>
                      <a:pt x="10122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159973" cy="526716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6001657" cy="873742"/>
              <a:chOff x="0" y="0"/>
              <a:chExt cx="1338616" cy="1948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3861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338616">
                    <a:moveTo>
                      <a:pt x="87718" y="0"/>
                    </a:moveTo>
                    <a:lnTo>
                      <a:pt x="1250898" y="0"/>
                    </a:lnTo>
                    <a:cubicBezTo>
                      <a:pt x="1299343" y="0"/>
                      <a:pt x="1338616" y="39272"/>
                      <a:pt x="1338616" y="87718"/>
                    </a:cubicBezTo>
                    <a:lnTo>
                      <a:pt x="1338616" y="107163"/>
                    </a:lnTo>
                    <a:cubicBezTo>
                      <a:pt x="1338616" y="130427"/>
                      <a:pt x="1329374" y="152738"/>
                      <a:pt x="1312924" y="169189"/>
                    </a:cubicBezTo>
                    <a:cubicBezTo>
                      <a:pt x="1296474" y="185639"/>
                      <a:pt x="1274163" y="194880"/>
                      <a:pt x="1250898" y="194880"/>
                    </a:cubicBezTo>
                    <a:lnTo>
                      <a:pt x="87718" y="194880"/>
                    </a:lnTo>
                    <a:cubicBezTo>
                      <a:pt x="39272" y="194880"/>
                      <a:pt x="0" y="155608"/>
                      <a:pt x="0" y="107163"/>
                    </a:cubicBezTo>
                    <a:lnTo>
                      <a:pt x="0" y="87718"/>
                    </a:lnTo>
                    <a:cubicBezTo>
                      <a:pt x="0" y="39272"/>
                      <a:pt x="39272" y="0"/>
                      <a:pt x="8771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33861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35996" y="995380"/>
              <a:ext cx="4684506" cy="149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true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Resultado: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print(“Verdade”)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Verdadeiro ou falso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true" rot="0">
              <a:off x="507067" y="24939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1321683" y="2662115"/>
              <a:ext cx="3043082" cy="533885"/>
              <a:chOff x="0" y="0"/>
              <a:chExt cx="1092436" cy="19165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92436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92436">
                    <a:moveTo>
                      <a:pt x="95830" y="0"/>
                    </a:moveTo>
                    <a:lnTo>
                      <a:pt x="996606" y="0"/>
                    </a:lnTo>
                    <a:cubicBezTo>
                      <a:pt x="1022022" y="0"/>
                      <a:pt x="1046396" y="10096"/>
                      <a:pt x="1064368" y="28068"/>
                    </a:cubicBezTo>
                    <a:cubicBezTo>
                      <a:pt x="1082339" y="46039"/>
                      <a:pt x="1092436" y="70414"/>
                      <a:pt x="1092436" y="95830"/>
                    </a:cubicBezTo>
                    <a:lnTo>
                      <a:pt x="1092436" y="95830"/>
                    </a:lnTo>
                    <a:cubicBezTo>
                      <a:pt x="1092436" y="148755"/>
                      <a:pt x="1049531" y="191659"/>
                      <a:pt x="996606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92436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01004" y="272585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Verdade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68219" y="6169786"/>
            <a:ext cx="5092507" cy="2397000"/>
            <a:chOff x="0" y="0"/>
            <a:chExt cx="6790009" cy="3196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496579"/>
              <a:ext cx="5200714" cy="2190700"/>
              <a:chOff x="0" y="0"/>
              <a:chExt cx="1159973" cy="48861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59973" cy="488616"/>
              </a:xfrm>
              <a:custGeom>
                <a:avLst/>
                <a:gdLst/>
                <a:ahLst/>
                <a:cxnLst/>
                <a:rect r="r" b="b" t="t" l="l"/>
                <a:pathLst>
                  <a:path h="488616" w="1159973">
                    <a:moveTo>
                      <a:pt x="101227" y="0"/>
                    </a:moveTo>
                    <a:lnTo>
                      <a:pt x="1058746" y="0"/>
                    </a:lnTo>
                    <a:cubicBezTo>
                      <a:pt x="1114652" y="0"/>
                      <a:pt x="1159973" y="45321"/>
                      <a:pt x="1159973" y="101227"/>
                    </a:cubicBezTo>
                    <a:lnTo>
                      <a:pt x="1159973" y="387390"/>
                    </a:lnTo>
                    <a:cubicBezTo>
                      <a:pt x="1159973" y="443295"/>
                      <a:pt x="1114652" y="488616"/>
                      <a:pt x="1058746" y="488616"/>
                    </a:cubicBezTo>
                    <a:lnTo>
                      <a:pt x="101227" y="488616"/>
                    </a:lnTo>
                    <a:cubicBezTo>
                      <a:pt x="45321" y="488616"/>
                      <a:pt x="0" y="443295"/>
                      <a:pt x="0" y="387390"/>
                    </a:cubicBezTo>
                    <a:lnTo>
                      <a:pt x="0" y="101227"/>
                    </a:lnTo>
                    <a:cubicBezTo>
                      <a:pt x="0" y="45321"/>
                      <a:pt x="45321" y="0"/>
                      <a:pt x="10122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159973" cy="526716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6001657" cy="873742"/>
              <a:chOff x="0" y="0"/>
              <a:chExt cx="1338616" cy="1948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3861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338616">
                    <a:moveTo>
                      <a:pt x="87718" y="0"/>
                    </a:moveTo>
                    <a:lnTo>
                      <a:pt x="1250898" y="0"/>
                    </a:lnTo>
                    <a:cubicBezTo>
                      <a:pt x="1299343" y="0"/>
                      <a:pt x="1338616" y="39272"/>
                      <a:pt x="1338616" y="87718"/>
                    </a:cubicBezTo>
                    <a:lnTo>
                      <a:pt x="1338616" y="107163"/>
                    </a:lnTo>
                    <a:cubicBezTo>
                      <a:pt x="1338616" y="130427"/>
                      <a:pt x="1329374" y="152738"/>
                      <a:pt x="1312924" y="169189"/>
                    </a:cubicBezTo>
                    <a:cubicBezTo>
                      <a:pt x="1296474" y="185639"/>
                      <a:pt x="1274163" y="194880"/>
                      <a:pt x="1250898" y="194880"/>
                    </a:cubicBezTo>
                    <a:lnTo>
                      <a:pt x="87718" y="194880"/>
                    </a:lnTo>
                    <a:cubicBezTo>
                      <a:pt x="39272" y="194880"/>
                      <a:pt x="0" y="155608"/>
                      <a:pt x="0" y="107163"/>
                    </a:cubicBezTo>
                    <a:lnTo>
                      <a:pt x="0" y="87718"/>
                    </a:lnTo>
                    <a:cubicBezTo>
                      <a:pt x="0" y="39272"/>
                      <a:pt x="39272" y="0"/>
                      <a:pt x="8771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33861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35996" y="995380"/>
              <a:ext cx="4684506" cy="149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false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Resultado: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print(“Verdade”)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Verdadeiro ou falso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true" rot="0">
              <a:off x="507067" y="24939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3" id="33"/>
            <p:cNvGrpSpPr/>
            <p:nvPr/>
          </p:nvGrpSpPr>
          <p:grpSpPr>
            <a:xfrm rot="0">
              <a:off x="1321683" y="2662115"/>
              <a:ext cx="2081951" cy="533885"/>
              <a:chOff x="0" y="0"/>
              <a:chExt cx="747399" cy="19165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47399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747399">
                    <a:moveTo>
                      <a:pt x="95830" y="0"/>
                    </a:moveTo>
                    <a:lnTo>
                      <a:pt x="651570" y="0"/>
                    </a:lnTo>
                    <a:cubicBezTo>
                      <a:pt x="676985" y="0"/>
                      <a:pt x="701360" y="10096"/>
                      <a:pt x="719332" y="28068"/>
                    </a:cubicBezTo>
                    <a:cubicBezTo>
                      <a:pt x="737303" y="46039"/>
                      <a:pt x="747399" y="70414"/>
                      <a:pt x="747399" y="95830"/>
                    </a:cubicBezTo>
                    <a:lnTo>
                      <a:pt x="747399" y="95830"/>
                    </a:lnTo>
                    <a:cubicBezTo>
                      <a:pt x="747399" y="148755"/>
                      <a:pt x="704495" y="191659"/>
                      <a:pt x="651570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747399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501004" y="272585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Sem saída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37266" y="6461029"/>
            <a:ext cx="5582515" cy="3235200"/>
            <a:chOff x="0" y="0"/>
            <a:chExt cx="7443353" cy="43136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496579"/>
              <a:ext cx="6790009" cy="3352066"/>
              <a:chOff x="0" y="0"/>
              <a:chExt cx="1514451" cy="74764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514451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514451">
                    <a:moveTo>
                      <a:pt x="77533" y="0"/>
                    </a:moveTo>
                    <a:lnTo>
                      <a:pt x="1436918" y="0"/>
                    </a:lnTo>
                    <a:cubicBezTo>
                      <a:pt x="1457481" y="0"/>
                      <a:pt x="1477202" y="8169"/>
                      <a:pt x="1491742" y="22709"/>
                    </a:cubicBezTo>
                    <a:cubicBezTo>
                      <a:pt x="1506282" y="37249"/>
                      <a:pt x="1514451" y="56970"/>
                      <a:pt x="1514451" y="77533"/>
                    </a:cubicBezTo>
                    <a:lnTo>
                      <a:pt x="1514451" y="670115"/>
                    </a:lnTo>
                    <a:cubicBezTo>
                      <a:pt x="1514451" y="690678"/>
                      <a:pt x="1506282" y="710399"/>
                      <a:pt x="1491742" y="724940"/>
                    </a:cubicBezTo>
                    <a:cubicBezTo>
                      <a:pt x="1477202" y="739480"/>
                      <a:pt x="1457481" y="747648"/>
                      <a:pt x="1436918" y="747648"/>
                    </a:cubicBezTo>
                    <a:lnTo>
                      <a:pt x="77533" y="747648"/>
                    </a:lnTo>
                    <a:cubicBezTo>
                      <a:pt x="56970" y="747648"/>
                      <a:pt x="37249" y="739480"/>
                      <a:pt x="22709" y="724940"/>
                    </a:cubicBezTo>
                    <a:cubicBezTo>
                      <a:pt x="8169" y="710399"/>
                      <a:pt x="0" y="690678"/>
                      <a:pt x="0" y="670115"/>
                    </a:cubicBezTo>
                    <a:lnTo>
                      <a:pt x="0" y="77533"/>
                    </a:lnTo>
                    <a:cubicBezTo>
                      <a:pt x="0" y="56970"/>
                      <a:pt x="8169" y="37249"/>
                      <a:pt x="22709" y="22709"/>
                    </a:cubicBezTo>
                    <a:cubicBezTo>
                      <a:pt x="37249" y="8169"/>
                      <a:pt x="56970" y="0"/>
                      <a:pt x="7753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514451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35996" y="995380"/>
              <a:ext cx="6454013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= 16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 &gt;= 18: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print(“Maior de idade”)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print(“Menor de idade”)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</a:t>
              </a:r>
            </a:p>
          </p:txBody>
        </p:sp>
        <p:sp>
          <p:nvSpPr>
            <p:cNvPr name="Freeform 46" id="46"/>
            <p:cNvSpPr/>
            <p:nvPr/>
          </p:nvSpPr>
          <p:spPr>
            <a:xfrm flipH="false" flipV="true" rot="0">
              <a:off x="553422" y="36115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4" y="667937"/>
                  </a:lnTo>
                  <a:lnTo>
                    <a:pt x="652074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7" id="47"/>
            <p:cNvGrpSpPr/>
            <p:nvPr/>
          </p:nvGrpSpPr>
          <p:grpSpPr>
            <a:xfrm rot="0">
              <a:off x="1368039" y="3779715"/>
              <a:ext cx="4364637" cy="533885"/>
              <a:chOff x="0" y="0"/>
              <a:chExt cx="1566860" cy="19165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566860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566860">
                    <a:moveTo>
                      <a:pt x="95830" y="0"/>
                    </a:moveTo>
                    <a:lnTo>
                      <a:pt x="1471031" y="0"/>
                    </a:lnTo>
                    <a:cubicBezTo>
                      <a:pt x="1523956" y="0"/>
                      <a:pt x="1566860" y="42904"/>
                      <a:pt x="1566860" y="95830"/>
                    </a:cubicBezTo>
                    <a:lnTo>
                      <a:pt x="1566860" y="95830"/>
                    </a:lnTo>
                    <a:cubicBezTo>
                      <a:pt x="1566860" y="121245"/>
                      <a:pt x="1556764" y="145620"/>
                      <a:pt x="1538793" y="163591"/>
                    </a:cubicBezTo>
                    <a:cubicBezTo>
                      <a:pt x="1520821" y="181563"/>
                      <a:pt x="1496446" y="191659"/>
                      <a:pt x="1471031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1566860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1547360" y="3843457"/>
              <a:ext cx="405222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Menor de idade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37266" y="3115561"/>
            <a:ext cx="5582515" cy="3235200"/>
            <a:chOff x="0" y="0"/>
            <a:chExt cx="7443353" cy="43136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496579"/>
              <a:ext cx="6790009" cy="3352066"/>
              <a:chOff x="0" y="0"/>
              <a:chExt cx="1514451" cy="74764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514451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514451">
                    <a:moveTo>
                      <a:pt x="77533" y="0"/>
                    </a:moveTo>
                    <a:lnTo>
                      <a:pt x="1436918" y="0"/>
                    </a:lnTo>
                    <a:cubicBezTo>
                      <a:pt x="1457481" y="0"/>
                      <a:pt x="1477202" y="8169"/>
                      <a:pt x="1491742" y="22709"/>
                    </a:cubicBezTo>
                    <a:cubicBezTo>
                      <a:pt x="1506282" y="37249"/>
                      <a:pt x="1514451" y="56970"/>
                      <a:pt x="1514451" y="77533"/>
                    </a:cubicBezTo>
                    <a:lnTo>
                      <a:pt x="1514451" y="670115"/>
                    </a:lnTo>
                    <a:cubicBezTo>
                      <a:pt x="1514451" y="690678"/>
                      <a:pt x="1506282" y="710399"/>
                      <a:pt x="1491742" y="724940"/>
                    </a:cubicBezTo>
                    <a:cubicBezTo>
                      <a:pt x="1477202" y="739480"/>
                      <a:pt x="1457481" y="747648"/>
                      <a:pt x="1436918" y="747648"/>
                    </a:cubicBezTo>
                    <a:lnTo>
                      <a:pt x="77533" y="747648"/>
                    </a:lnTo>
                    <a:cubicBezTo>
                      <a:pt x="56970" y="747648"/>
                      <a:pt x="37249" y="739480"/>
                      <a:pt x="22709" y="724940"/>
                    </a:cubicBezTo>
                    <a:cubicBezTo>
                      <a:pt x="8169" y="710399"/>
                      <a:pt x="0" y="690678"/>
                      <a:pt x="0" y="670115"/>
                    </a:cubicBezTo>
                    <a:lnTo>
                      <a:pt x="0" y="77533"/>
                    </a:lnTo>
                    <a:cubicBezTo>
                      <a:pt x="0" y="56970"/>
                      <a:pt x="8169" y="37249"/>
                      <a:pt x="22709" y="22709"/>
                    </a:cubicBezTo>
                    <a:cubicBezTo>
                      <a:pt x="37249" y="8169"/>
                      <a:pt x="56970" y="0"/>
                      <a:pt x="7753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514451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35996" y="995380"/>
              <a:ext cx="6454013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= 20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 &gt;= 18: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print(“Maior de idade”)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print(“Menor de idade”)</a:t>
              </a:r>
            </a:p>
          </p:txBody>
        </p:sp>
        <p:grpSp>
          <p:nvGrpSpPr>
            <p:cNvPr name="Group 60" id="60"/>
            <p:cNvGrpSpPr/>
            <p:nvPr/>
          </p:nvGrpSpPr>
          <p:grpSpPr>
            <a:xfrm rot="0">
              <a:off x="1368039" y="3779715"/>
              <a:ext cx="4364637" cy="533885"/>
              <a:chOff x="0" y="0"/>
              <a:chExt cx="1566860" cy="19165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566860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566860">
                    <a:moveTo>
                      <a:pt x="95830" y="0"/>
                    </a:moveTo>
                    <a:lnTo>
                      <a:pt x="1471031" y="0"/>
                    </a:lnTo>
                    <a:cubicBezTo>
                      <a:pt x="1523956" y="0"/>
                      <a:pt x="1566860" y="42904"/>
                      <a:pt x="1566860" y="95830"/>
                    </a:cubicBezTo>
                    <a:lnTo>
                      <a:pt x="1566860" y="95830"/>
                    </a:lnTo>
                    <a:cubicBezTo>
                      <a:pt x="1566860" y="121245"/>
                      <a:pt x="1556764" y="145620"/>
                      <a:pt x="1538793" y="163591"/>
                    </a:cubicBezTo>
                    <a:cubicBezTo>
                      <a:pt x="1520821" y="181563"/>
                      <a:pt x="1496446" y="191659"/>
                      <a:pt x="1471031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1566860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1547360" y="3843457"/>
              <a:ext cx="405222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Maior de idade</a:t>
              </a:r>
            </a:p>
          </p:txBody>
        </p:sp>
        <p:sp>
          <p:nvSpPr>
            <p:cNvPr name="Freeform 64" id="64"/>
            <p:cNvSpPr/>
            <p:nvPr/>
          </p:nvSpPr>
          <p:spPr>
            <a:xfrm flipH="false" flipV="true" rot="0">
              <a:off x="516208" y="36115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69490" y="3199365"/>
            <a:ext cx="12922483" cy="947114"/>
            <a:chOff x="0" y="0"/>
            <a:chExt cx="3403452" cy="2494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03452" cy="249446"/>
            </a:xfrm>
            <a:custGeom>
              <a:avLst/>
              <a:gdLst/>
              <a:ahLst/>
              <a:cxnLst/>
              <a:rect r="r" b="b" t="t" l="l"/>
              <a:pathLst>
                <a:path h="249446" w="3403452">
                  <a:moveTo>
                    <a:pt x="30554" y="0"/>
                  </a:moveTo>
                  <a:lnTo>
                    <a:pt x="3372898" y="0"/>
                  </a:lnTo>
                  <a:cubicBezTo>
                    <a:pt x="3389773" y="0"/>
                    <a:pt x="3403452" y="13680"/>
                    <a:pt x="3403452" y="30554"/>
                  </a:cubicBezTo>
                  <a:lnTo>
                    <a:pt x="3403452" y="218891"/>
                  </a:lnTo>
                  <a:cubicBezTo>
                    <a:pt x="3403452" y="235766"/>
                    <a:pt x="3389773" y="249446"/>
                    <a:pt x="3372898" y="249446"/>
                  </a:cubicBezTo>
                  <a:lnTo>
                    <a:pt x="30554" y="249446"/>
                  </a:lnTo>
                  <a:cubicBezTo>
                    <a:pt x="13680" y="249446"/>
                    <a:pt x="0" y="235766"/>
                    <a:pt x="0" y="218891"/>
                  </a:cubicBezTo>
                  <a:lnTo>
                    <a:pt x="0" y="30554"/>
                  </a:lnTo>
                  <a:cubicBezTo>
                    <a:pt x="0" y="13680"/>
                    <a:pt x="13680" y="0"/>
                    <a:pt x="3055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0345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ATENÇÃO!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Quando for usar funções como if, else, for while: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69490" y="5143500"/>
            <a:ext cx="10080500" cy="947114"/>
            <a:chOff x="0" y="0"/>
            <a:chExt cx="2654946" cy="2494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4946" cy="249446"/>
            </a:xfrm>
            <a:custGeom>
              <a:avLst/>
              <a:gdLst/>
              <a:ahLst/>
              <a:cxnLst/>
              <a:rect r="r" b="b" t="t" l="l"/>
              <a:pathLst>
                <a:path h="249446" w="2654946">
                  <a:moveTo>
                    <a:pt x="39168" y="0"/>
                  </a:moveTo>
                  <a:lnTo>
                    <a:pt x="2615778" y="0"/>
                  </a:lnTo>
                  <a:cubicBezTo>
                    <a:pt x="2637410" y="0"/>
                    <a:pt x="2654946" y="17536"/>
                    <a:pt x="2654946" y="39168"/>
                  </a:cubicBezTo>
                  <a:lnTo>
                    <a:pt x="2654946" y="210277"/>
                  </a:lnTo>
                  <a:cubicBezTo>
                    <a:pt x="2654946" y="220665"/>
                    <a:pt x="2650820" y="230628"/>
                    <a:pt x="2643474" y="237974"/>
                  </a:cubicBezTo>
                  <a:cubicBezTo>
                    <a:pt x="2636129" y="245319"/>
                    <a:pt x="2626166" y="249446"/>
                    <a:pt x="2615778" y="249446"/>
                  </a:cubicBezTo>
                  <a:lnTo>
                    <a:pt x="39168" y="249446"/>
                  </a:lnTo>
                  <a:cubicBezTo>
                    <a:pt x="17536" y="249446"/>
                    <a:pt x="0" y="231909"/>
                    <a:pt x="0" y="210277"/>
                  </a:cubicBezTo>
                  <a:lnTo>
                    <a:pt x="0" y="39168"/>
                  </a:lnTo>
                  <a:cubicBezTo>
                    <a:pt x="0" y="17536"/>
                    <a:pt x="17536" y="0"/>
                    <a:pt x="3916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54946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32485" y="5362753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Deve sempre ter dois pontos ( : ) e identação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69490" y="6090614"/>
            <a:ext cx="4103684" cy="1051565"/>
            <a:chOff x="0" y="0"/>
            <a:chExt cx="1335110" cy="3421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5110" cy="342121"/>
            </a:xfrm>
            <a:custGeom>
              <a:avLst/>
              <a:gdLst/>
              <a:ahLst/>
              <a:cxnLst/>
              <a:rect r="r" b="b" t="t" l="l"/>
              <a:pathLst>
                <a:path h="342121" w="1335110">
                  <a:moveTo>
                    <a:pt x="96215" y="0"/>
                  </a:moveTo>
                  <a:lnTo>
                    <a:pt x="1238895" y="0"/>
                  </a:lnTo>
                  <a:cubicBezTo>
                    <a:pt x="1264413" y="0"/>
                    <a:pt x="1288885" y="10137"/>
                    <a:pt x="1306929" y="28181"/>
                  </a:cubicBezTo>
                  <a:cubicBezTo>
                    <a:pt x="1324973" y="46225"/>
                    <a:pt x="1335110" y="70698"/>
                    <a:pt x="1335110" y="96215"/>
                  </a:cubicBezTo>
                  <a:lnTo>
                    <a:pt x="1335110" y="245905"/>
                  </a:lnTo>
                  <a:cubicBezTo>
                    <a:pt x="1335110" y="271423"/>
                    <a:pt x="1324973" y="295896"/>
                    <a:pt x="1306929" y="313940"/>
                  </a:cubicBezTo>
                  <a:cubicBezTo>
                    <a:pt x="1288885" y="331984"/>
                    <a:pt x="1264413" y="342121"/>
                    <a:pt x="1238895" y="342121"/>
                  </a:cubicBezTo>
                  <a:lnTo>
                    <a:pt x="96215" y="342121"/>
                  </a:lnTo>
                  <a:cubicBezTo>
                    <a:pt x="70698" y="342121"/>
                    <a:pt x="46225" y="331984"/>
                    <a:pt x="28181" y="313940"/>
                  </a:cubicBezTo>
                  <a:cubicBezTo>
                    <a:pt x="10137" y="295896"/>
                    <a:pt x="0" y="271423"/>
                    <a:pt x="0" y="245905"/>
                  </a:cubicBezTo>
                  <a:lnTo>
                    <a:pt x="0" y="96215"/>
                  </a:lnTo>
                  <a:cubicBezTo>
                    <a:pt x="0" y="70698"/>
                    <a:pt x="10137" y="46225"/>
                    <a:pt x="28181" y="28181"/>
                  </a:cubicBezTo>
                  <a:cubicBezTo>
                    <a:pt x="46225" y="10137"/>
                    <a:pt x="70698" y="0"/>
                    <a:pt x="9621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35110" cy="38022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80102" y="6244969"/>
            <a:ext cx="396332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teste: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print(resultado)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69490" y="3199365"/>
            <a:ext cx="9693685" cy="1143178"/>
            <a:chOff x="0" y="0"/>
            <a:chExt cx="2553069" cy="3010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3069" cy="301084"/>
            </a:xfrm>
            <a:custGeom>
              <a:avLst/>
              <a:gdLst/>
              <a:ahLst/>
              <a:cxnLst/>
              <a:rect r="r" b="b" t="t" l="l"/>
              <a:pathLst>
                <a:path h="301084" w="2553069">
                  <a:moveTo>
                    <a:pt x="40731" y="0"/>
                  </a:moveTo>
                  <a:lnTo>
                    <a:pt x="2512338" y="0"/>
                  </a:lnTo>
                  <a:cubicBezTo>
                    <a:pt x="2523141" y="0"/>
                    <a:pt x="2533501" y="4291"/>
                    <a:pt x="2541139" y="11930"/>
                  </a:cubicBezTo>
                  <a:cubicBezTo>
                    <a:pt x="2548778" y="19569"/>
                    <a:pt x="2553069" y="29929"/>
                    <a:pt x="2553069" y="40731"/>
                  </a:cubicBezTo>
                  <a:lnTo>
                    <a:pt x="2553069" y="260353"/>
                  </a:lnTo>
                  <a:cubicBezTo>
                    <a:pt x="2553069" y="271155"/>
                    <a:pt x="2548778" y="281515"/>
                    <a:pt x="2541139" y="289154"/>
                  </a:cubicBezTo>
                  <a:cubicBezTo>
                    <a:pt x="2533501" y="296793"/>
                    <a:pt x="2523141" y="301084"/>
                    <a:pt x="2512338" y="301084"/>
                  </a:cubicBezTo>
                  <a:lnTo>
                    <a:pt x="40731" y="301084"/>
                  </a:lnTo>
                  <a:cubicBezTo>
                    <a:pt x="29929" y="301084"/>
                    <a:pt x="19569" y="296793"/>
                    <a:pt x="11930" y="289154"/>
                  </a:cubicBezTo>
                  <a:cubicBezTo>
                    <a:pt x="4291" y="281515"/>
                    <a:pt x="0" y="271155"/>
                    <a:pt x="0" y="260353"/>
                  </a:cubicBezTo>
                  <a:lnTo>
                    <a:pt x="0" y="40731"/>
                  </a:lnTo>
                  <a:cubicBezTo>
                    <a:pt x="0" y="29929"/>
                    <a:pt x="4291" y="19569"/>
                    <a:pt x="11930" y="11930"/>
                  </a:cubicBezTo>
                  <a:cubicBezTo>
                    <a:pt x="19569" y="4291"/>
                    <a:pt x="29929" y="0"/>
                    <a:pt x="40731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53069" cy="339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0102" y="3304230"/>
            <a:ext cx="92328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Desta forma o print está </a:t>
            </a: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fora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 if e será executado independente do resultado do if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9490" y="4342544"/>
            <a:ext cx="4103684" cy="1051565"/>
            <a:chOff x="0" y="0"/>
            <a:chExt cx="1335110" cy="3421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110" cy="342121"/>
            </a:xfrm>
            <a:custGeom>
              <a:avLst/>
              <a:gdLst/>
              <a:ahLst/>
              <a:cxnLst/>
              <a:rect r="r" b="b" t="t" l="l"/>
              <a:pathLst>
                <a:path h="342121" w="1335110">
                  <a:moveTo>
                    <a:pt x="96215" y="0"/>
                  </a:moveTo>
                  <a:lnTo>
                    <a:pt x="1238895" y="0"/>
                  </a:lnTo>
                  <a:cubicBezTo>
                    <a:pt x="1264413" y="0"/>
                    <a:pt x="1288885" y="10137"/>
                    <a:pt x="1306929" y="28181"/>
                  </a:cubicBezTo>
                  <a:cubicBezTo>
                    <a:pt x="1324973" y="46225"/>
                    <a:pt x="1335110" y="70698"/>
                    <a:pt x="1335110" y="96215"/>
                  </a:cubicBezTo>
                  <a:lnTo>
                    <a:pt x="1335110" y="245905"/>
                  </a:lnTo>
                  <a:cubicBezTo>
                    <a:pt x="1335110" y="271423"/>
                    <a:pt x="1324973" y="295896"/>
                    <a:pt x="1306929" y="313940"/>
                  </a:cubicBezTo>
                  <a:cubicBezTo>
                    <a:pt x="1288885" y="331984"/>
                    <a:pt x="1264413" y="342121"/>
                    <a:pt x="1238895" y="342121"/>
                  </a:cubicBezTo>
                  <a:lnTo>
                    <a:pt x="96215" y="342121"/>
                  </a:lnTo>
                  <a:cubicBezTo>
                    <a:pt x="70698" y="342121"/>
                    <a:pt x="46225" y="331984"/>
                    <a:pt x="28181" y="313940"/>
                  </a:cubicBezTo>
                  <a:cubicBezTo>
                    <a:pt x="10137" y="295896"/>
                    <a:pt x="0" y="271423"/>
                    <a:pt x="0" y="245905"/>
                  </a:cubicBezTo>
                  <a:lnTo>
                    <a:pt x="0" y="96215"/>
                  </a:lnTo>
                  <a:cubicBezTo>
                    <a:pt x="0" y="70698"/>
                    <a:pt x="10137" y="46225"/>
                    <a:pt x="28181" y="28181"/>
                  </a:cubicBezTo>
                  <a:cubicBezTo>
                    <a:pt x="46225" y="10137"/>
                    <a:pt x="70698" y="0"/>
                    <a:pt x="9621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35110" cy="38022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80102" y="4496898"/>
            <a:ext cx="396332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teste: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print(resultado)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9490" y="5874734"/>
            <a:ext cx="9543508" cy="1143178"/>
            <a:chOff x="0" y="0"/>
            <a:chExt cx="2513517" cy="3010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3517" cy="301084"/>
            </a:xfrm>
            <a:custGeom>
              <a:avLst/>
              <a:gdLst/>
              <a:ahLst/>
              <a:cxnLst/>
              <a:rect r="r" b="b" t="t" l="l"/>
              <a:pathLst>
                <a:path h="301084" w="2513517">
                  <a:moveTo>
                    <a:pt x="41372" y="0"/>
                  </a:moveTo>
                  <a:lnTo>
                    <a:pt x="2472144" y="0"/>
                  </a:lnTo>
                  <a:cubicBezTo>
                    <a:pt x="2494993" y="0"/>
                    <a:pt x="2513517" y="18523"/>
                    <a:pt x="2513517" y="41372"/>
                  </a:cubicBezTo>
                  <a:lnTo>
                    <a:pt x="2513517" y="259712"/>
                  </a:lnTo>
                  <a:cubicBezTo>
                    <a:pt x="2513517" y="282561"/>
                    <a:pt x="2494993" y="301084"/>
                    <a:pt x="2472144" y="301084"/>
                  </a:cubicBezTo>
                  <a:lnTo>
                    <a:pt x="41372" y="301084"/>
                  </a:lnTo>
                  <a:cubicBezTo>
                    <a:pt x="18523" y="301084"/>
                    <a:pt x="0" y="282561"/>
                    <a:pt x="0" y="259712"/>
                  </a:cubicBezTo>
                  <a:lnTo>
                    <a:pt x="0" y="41372"/>
                  </a:lnTo>
                  <a:cubicBezTo>
                    <a:pt x="0" y="18523"/>
                    <a:pt x="18523" y="0"/>
                    <a:pt x="4137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3517" cy="339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102" y="5979598"/>
            <a:ext cx="901148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77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Desta forma há erro de sintaxe e o código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não rodará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69490" y="7017912"/>
            <a:ext cx="4103684" cy="1051565"/>
            <a:chOff x="0" y="0"/>
            <a:chExt cx="1335110" cy="3421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5110" cy="342121"/>
            </a:xfrm>
            <a:custGeom>
              <a:avLst/>
              <a:gdLst/>
              <a:ahLst/>
              <a:cxnLst/>
              <a:rect r="r" b="b" t="t" l="l"/>
              <a:pathLst>
                <a:path h="342121" w="1335110">
                  <a:moveTo>
                    <a:pt x="96215" y="0"/>
                  </a:moveTo>
                  <a:lnTo>
                    <a:pt x="1238895" y="0"/>
                  </a:lnTo>
                  <a:cubicBezTo>
                    <a:pt x="1264413" y="0"/>
                    <a:pt x="1288885" y="10137"/>
                    <a:pt x="1306929" y="28181"/>
                  </a:cubicBezTo>
                  <a:cubicBezTo>
                    <a:pt x="1324973" y="46225"/>
                    <a:pt x="1335110" y="70698"/>
                    <a:pt x="1335110" y="96215"/>
                  </a:cubicBezTo>
                  <a:lnTo>
                    <a:pt x="1335110" y="245905"/>
                  </a:lnTo>
                  <a:cubicBezTo>
                    <a:pt x="1335110" y="271423"/>
                    <a:pt x="1324973" y="295896"/>
                    <a:pt x="1306929" y="313940"/>
                  </a:cubicBezTo>
                  <a:cubicBezTo>
                    <a:pt x="1288885" y="331984"/>
                    <a:pt x="1264413" y="342121"/>
                    <a:pt x="1238895" y="342121"/>
                  </a:cubicBezTo>
                  <a:lnTo>
                    <a:pt x="96215" y="342121"/>
                  </a:lnTo>
                  <a:cubicBezTo>
                    <a:pt x="70698" y="342121"/>
                    <a:pt x="46225" y="331984"/>
                    <a:pt x="28181" y="313940"/>
                  </a:cubicBezTo>
                  <a:cubicBezTo>
                    <a:pt x="10137" y="295896"/>
                    <a:pt x="0" y="271423"/>
                    <a:pt x="0" y="245905"/>
                  </a:cubicBezTo>
                  <a:lnTo>
                    <a:pt x="0" y="96215"/>
                  </a:lnTo>
                  <a:cubicBezTo>
                    <a:pt x="0" y="70698"/>
                    <a:pt x="10137" y="46225"/>
                    <a:pt x="28181" y="28181"/>
                  </a:cubicBezTo>
                  <a:cubicBezTo>
                    <a:pt x="46225" y="10137"/>
                    <a:pt x="70698" y="0"/>
                    <a:pt x="9621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5110" cy="38022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0102" y="7172267"/>
            <a:ext cx="396332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teste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print(resultado)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69490" y="8336178"/>
            <a:ext cx="9318243" cy="623888"/>
            <a:chOff x="0" y="0"/>
            <a:chExt cx="12424324" cy="83185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424324" cy="831850"/>
              <a:chOff x="0" y="0"/>
              <a:chExt cx="2454187" cy="16431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454187" cy="164316"/>
              </a:xfrm>
              <a:custGeom>
                <a:avLst/>
                <a:gdLst/>
                <a:ahLst/>
                <a:cxnLst/>
                <a:rect r="r" b="b" t="t" l="l"/>
                <a:pathLst>
                  <a:path h="164316" w="2454187">
                    <a:moveTo>
                      <a:pt x="42373" y="0"/>
                    </a:moveTo>
                    <a:lnTo>
                      <a:pt x="2411815" y="0"/>
                    </a:lnTo>
                    <a:cubicBezTo>
                      <a:pt x="2423053" y="0"/>
                      <a:pt x="2433830" y="4464"/>
                      <a:pt x="2441777" y="12411"/>
                    </a:cubicBezTo>
                    <a:cubicBezTo>
                      <a:pt x="2449723" y="20357"/>
                      <a:pt x="2454187" y="31135"/>
                      <a:pt x="2454187" y="42373"/>
                    </a:cubicBezTo>
                    <a:lnTo>
                      <a:pt x="2454187" y="121943"/>
                    </a:lnTo>
                    <a:cubicBezTo>
                      <a:pt x="2454187" y="133181"/>
                      <a:pt x="2449723" y="143959"/>
                      <a:pt x="2441777" y="151905"/>
                    </a:cubicBezTo>
                    <a:cubicBezTo>
                      <a:pt x="2433830" y="159852"/>
                      <a:pt x="2423053" y="164316"/>
                      <a:pt x="2411815" y="164316"/>
                    </a:cubicBezTo>
                    <a:lnTo>
                      <a:pt x="42373" y="164316"/>
                    </a:lnTo>
                    <a:cubicBezTo>
                      <a:pt x="31135" y="164316"/>
                      <a:pt x="20357" y="159852"/>
                      <a:pt x="12411" y="151905"/>
                    </a:cubicBezTo>
                    <a:cubicBezTo>
                      <a:pt x="4464" y="143959"/>
                      <a:pt x="0" y="133181"/>
                      <a:pt x="0" y="121943"/>
                    </a:cubicBezTo>
                    <a:lnTo>
                      <a:pt x="0" y="42373"/>
                    </a:lnTo>
                    <a:cubicBezTo>
                      <a:pt x="0" y="31135"/>
                      <a:pt x="4464" y="20357"/>
                      <a:pt x="12411" y="12411"/>
                    </a:cubicBezTo>
                    <a:cubicBezTo>
                      <a:pt x="20357" y="4464"/>
                      <a:pt x="31135" y="0"/>
                      <a:pt x="42373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454187" cy="20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3103" y="168275"/>
              <a:ext cx="11938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(serve também para outras funções como while e for)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com mais de uma condição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13736" y="3147713"/>
            <a:ext cx="7660528" cy="2886484"/>
            <a:chOff x="0" y="0"/>
            <a:chExt cx="10214037" cy="384864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496579"/>
              <a:ext cx="10214037" cy="3352066"/>
              <a:chOff x="0" y="0"/>
              <a:chExt cx="2278150" cy="74764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78150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696107"/>
                    </a:lnTo>
                    <a:cubicBezTo>
                      <a:pt x="2278150" y="709776"/>
                      <a:pt x="2272720" y="722886"/>
                      <a:pt x="2263054" y="732552"/>
                    </a:cubicBezTo>
                    <a:cubicBezTo>
                      <a:pt x="2253388" y="742218"/>
                      <a:pt x="2240278" y="747648"/>
                      <a:pt x="2226608" y="747648"/>
                    </a:cubicBezTo>
                    <a:lnTo>
                      <a:pt x="51542" y="747648"/>
                    </a:lnTo>
                    <a:cubicBezTo>
                      <a:pt x="23076" y="747648"/>
                      <a:pt x="0" y="724572"/>
                      <a:pt x="0" y="696107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278150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35996" y="995380"/>
              <a:ext cx="9878041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IdadeJoao = 16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IdadeMaria = 19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IdadeJoao &gt;= 18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and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Maria &gt;= 18: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print(“Ambos são maior de idade”)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Condição 1 e Condição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5944" y="6415197"/>
            <a:ext cx="8156111" cy="2886484"/>
            <a:chOff x="0" y="0"/>
            <a:chExt cx="10874815" cy="384864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96579"/>
              <a:ext cx="10874815" cy="3352066"/>
              <a:chOff x="0" y="0"/>
              <a:chExt cx="2425530" cy="7476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425530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2425530">
                    <a:moveTo>
                      <a:pt x="48410" y="0"/>
                    </a:moveTo>
                    <a:lnTo>
                      <a:pt x="2377120" y="0"/>
                    </a:lnTo>
                    <a:cubicBezTo>
                      <a:pt x="2403856" y="0"/>
                      <a:pt x="2425530" y="21674"/>
                      <a:pt x="2425530" y="48410"/>
                    </a:cubicBezTo>
                    <a:lnTo>
                      <a:pt x="2425530" y="699238"/>
                    </a:lnTo>
                    <a:cubicBezTo>
                      <a:pt x="2425530" y="725975"/>
                      <a:pt x="2403856" y="747648"/>
                      <a:pt x="2377120" y="747648"/>
                    </a:cubicBezTo>
                    <a:lnTo>
                      <a:pt x="48410" y="747648"/>
                    </a:lnTo>
                    <a:cubicBezTo>
                      <a:pt x="21674" y="747648"/>
                      <a:pt x="0" y="725975"/>
                      <a:pt x="0" y="699238"/>
                    </a:cubicBezTo>
                    <a:lnTo>
                      <a:pt x="0" y="48410"/>
                    </a:lnTo>
                    <a:cubicBezTo>
                      <a:pt x="0" y="21674"/>
                      <a:pt x="21674" y="0"/>
                      <a:pt x="4841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425530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7924886" cy="873742"/>
              <a:chOff x="0" y="0"/>
              <a:chExt cx="1767575" cy="1948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767575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767575">
                    <a:moveTo>
                      <a:pt x="66430" y="0"/>
                    </a:moveTo>
                    <a:lnTo>
                      <a:pt x="1701145" y="0"/>
                    </a:lnTo>
                    <a:cubicBezTo>
                      <a:pt x="1737833" y="0"/>
                      <a:pt x="1767575" y="29742"/>
                      <a:pt x="1767575" y="66430"/>
                    </a:cubicBezTo>
                    <a:lnTo>
                      <a:pt x="1767575" y="128450"/>
                    </a:lnTo>
                    <a:cubicBezTo>
                      <a:pt x="1767575" y="165139"/>
                      <a:pt x="1737833" y="194880"/>
                      <a:pt x="1701145" y="194880"/>
                    </a:cubicBezTo>
                    <a:lnTo>
                      <a:pt x="66430" y="194880"/>
                    </a:lnTo>
                    <a:cubicBezTo>
                      <a:pt x="29742" y="194880"/>
                      <a:pt x="0" y="165139"/>
                      <a:pt x="0" y="128450"/>
                    </a:cubicBezTo>
                    <a:lnTo>
                      <a:pt x="0" y="66430"/>
                    </a:lnTo>
                    <a:cubicBezTo>
                      <a:pt x="0" y="29742"/>
                      <a:pt x="29742" y="0"/>
                      <a:pt x="6643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767575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57733" y="995380"/>
              <a:ext cx="10517082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IdadeJoao = 16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IdadeMaria = 19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IdadeJoao &gt;= 18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or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Maria &gt;= 18: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print(“Pelo menos um é maior de idade”)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57733" y="179552"/>
              <a:ext cx="687154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Condição 1 ou Condição 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84878" y="9441435"/>
            <a:ext cx="9318243" cy="623888"/>
            <a:chOff x="0" y="0"/>
            <a:chExt cx="12424324" cy="83185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2424324" cy="831850"/>
              <a:chOff x="0" y="0"/>
              <a:chExt cx="2454187" cy="16431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454187" cy="164316"/>
              </a:xfrm>
              <a:custGeom>
                <a:avLst/>
                <a:gdLst/>
                <a:ahLst/>
                <a:cxnLst/>
                <a:rect r="r" b="b" t="t" l="l"/>
                <a:pathLst>
                  <a:path h="164316" w="2454187">
                    <a:moveTo>
                      <a:pt x="42373" y="0"/>
                    </a:moveTo>
                    <a:lnTo>
                      <a:pt x="2411815" y="0"/>
                    </a:lnTo>
                    <a:cubicBezTo>
                      <a:pt x="2423053" y="0"/>
                      <a:pt x="2433830" y="4464"/>
                      <a:pt x="2441777" y="12411"/>
                    </a:cubicBezTo>
                    <a:cubicBezTo>
                      <a:pt x="2449723" y="20357"/>
                      <a:pt x="2454187" y="31135"/>
                      <a:pt x="2454187" y="42373"/>
                    </a:cubicBezTo>
                    <a:lnTo>
                      <a:pt x="2454187" y="121943"/>
                    </a:lnTo>
                    <a:cubicBezTo>
                      <a:pt x="2454187" y="133181"/>
                      <a:pt x="2449723" y="143959"/>
                      <a:pt x="2441777" y="151905"/>
                    </a:cubicBezTo>
                    <a:cubicBezTo>
                      <a:pt x="2433830" y="159852"/>
                      <a:pt x="2423053" y="164316"/>
                      <a:pt x="2411815" y="164316"/>
                    </a:cubicBezTo>
                    <a:lnTo>
                      <a:pt x="42373" y="164316"/>
                    </a:lnTo>
                    <a:cubicBezTo>
                      <a:pt x="31135" y="164316"/>
                      <a:pt x="20357" y="159852"/>
                      <a:pt x="12411" y="151905"/>
                    </a:cubicBezTo>
                    <a:cubicBezTo>
                      <a:pt x="4464" y="143959"/>
                      <a:pt x="0" y="133181"/>
                      <a:pt x="0" y="121943"/>
                    </a:cubicBezTo>
                    <a:lnTo>
                      <a:pt x="0" y="42373"/>
                    </a:lnTo>
                    <a:cubicBezTo>
                      <a:pt x="0" y="31135"/>
                      <a:pt x="4464" y="20357"/>
                      <a:pt x="12411" y="12411"/>
                    </a:cubicBezTo>
                    <a:cubicBezTo>
                      <a:pt x="20357" y="4464"/>
                      <a:pt x="31135" y="0"/>
                      <a:pt x="42373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454187" cy="20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93103" y="168275"/>
              <a:ext cx="11938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(serve também para outras funções como while e for)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13736" y="3147713"/>
            <a:ext cx="7660528" cy="2886484"/>
            <a:chOff x="0" y="0"/>
            <a:chExt cx="10214037" cy="384864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96579"/>
              <a:ext cx="10214037" cy="3352066"/>
              <a:chOff x="0" y="0"/>
              <a:chExt cx="2278150" cy="74764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78150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696107"/>
                    </a:lnTo>
                    <a:cubicBezTo>
                      <a:pt x="2278150" y="709776"/>
                      <a:pt x="2272720" y="722886"/>
                      <a:pt x="2263054" y="732552"/>
                    </a:cubicBezTo>
                    <a:cubicBezTo>
                      <a:pt x="2253388" y="742218"/>
                      <a:pt x="2240278" y="747648"/>
                      <a:pt x="2226608" y="747648"/>
                    </a:cubicBezTo>
                    <a:lnTo>
                      <a:pt x="51542" y="747648"/>
                    </a:lnTo>
                    <a:cubicBezTo>
                      <a:pt x="23076" y="747648"/>
                      <a:pt x="0" y="724572"/>
                      <a:pt x="0" y="696107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278150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Resumo: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65944" y="6787631"/>
            <a:ext cx="8156111" cy="1681696"/>
            <a:chOff x="0" y="0"/>
            <a:chExt cx="2425530" cy="5001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25530" cy="500116"/>
            </a:xfrm>
            <a:custGeom>
              <a:avLst/>
              <a:gdLst/>
              <a:ahLst/>
              <a:cxnLst/>
              <a:rect r="r" b="b" t="t" l="l"/>
              <a:pathLst>
                <a:path h="500116" w="2425530">
                  <a:moveTo>
                    <a:pt x="48410" y="0"/>
                  </a:moveTo>
                  <a:lnTo>
                    <a:pt x="2377120" y="0"/>
                  </a:lnTo>
                  <a:cubicBezTo>
                    <a:pt x="2403856" y="0"/>
                    <a:pt x="2425530" y="21674"/>
                    <a:pt x="2425530" y="48410"/>
                  </a:cubicBezTo>
                  <a:lnTo>
                    <a:pt x="2425530" y="451706"/>
                  </a:lnTo>
                  <a:cubicBezTo>
                    <a:pt x="2425530" y="464545"/>
                    <a:pt x="2420430" y="476859"/>
                    <a:pt x="2411351" y="485937"/>
                  </a:cubicBezTo>
                  <a:cubicBezTo>
                    <a:pt x="2402273" y="495016"/>
                    <a:pt x="2389959" y="500116"/>
                    <a:pt x="2377120" y="500116"/>
                  </a:cubicBezTo>
                  <a:lnTo>
                    <a:pt x="48410" y="500116"/>
                  </a:lnTo>
                  <a:cubicBezTo>
                    <a:pt x="21674" y="500116"/>
                    <a:pt x="0" y="478443"/>
                    <a:pt x="0" y="451706"/>
                  </a:cubicBezTo>
                  <a:lnTo>
                    <a:pt x="0" y="48410"/>
                  </a:lnTo>
                  <a:cubicBezTo>
                    <a:pt x="0" y="21674"/>
                    <a:pt x="21674" y="0"/>
                    <a:pt x="484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25530" cy="538216"/>
            </a:xfrm>
            <a:prstGeom prst="rect">
              <a:avLst/>
            </a:prstGeom>
          </p:spPr>
          <p:txBody>
            <a:bodyPr anchor="ctr" rtlCol="false" tIns="68158" lIns="68158" bIns="68158" rIns="681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13736" y="4105385"/>
            <a:ext cx="766052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 é uma estrutura de repetição bastante utilizada para tarefas repetitivas onde o código deve se repetir, como somar vários números em sequência.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34987" y="7033167"/>
            <a:ext cx="807517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inicio: onde começa a contagem (padrão é 0)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fim: até onde vai (mas não inclui esse número)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passo: de quanto em quanto conta (padrão é 1)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3736" y="3071403"/>
            <a:ext cx="7660528" cy="2072097"/>
            <a:chOff x="0" y="0"/>
            <a:chExt cx="10214037" cy="27627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0214037" cy="2164470"/>
              <a:chOff x="0" y="0"/>
              <a:chExt cx="2278150" cy="4827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8150" cy="482766"/>
              </a:xfrm>
              <a:custGeom>
                <a:avLst/>
                <a:gdLst/>
                <a:ahLst/>
                <a:cxnLst/>
                <a:rect r="r" b="b" t="t" l="l"/>
                <a:pathLst>
                  <a:path h="482766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431224"/>
                    </a:lnTo>
                    <a:cubicBezTo>
                      <a:pt x="2278150" y="459690"/>
                      <a:pt x="2255074" y="482766"/>
                      <a:pt x="2226608" y="482766"/>
                    </a:cubicBezTo>
                    <a:lnTo>
                      <a:pt x="51542" y="482766"/>
                    </a:lnTo>
                    <a:cubicBezTo>
                      <a:pt x="37872" y="482766"/>
                      <a:pt x="24762" y="477335"/>
                      <a:pt x="15096" y="467670"/>
                    </a:cubicBezTo>
                    <a:cubicBezTo>
                      <a:pt x="5430" y="458004"/>
                      <a:pt x="0" y="444894"/>
                      <a:pt x="0" y="431224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8150" cy="520866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Estrutura Básica: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276896"/>
              <a:ext cx="10214037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or variavel in range(inicio, fim, passo):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# código a ser repetido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36139" y="6129861"/>
            <a:ext cx="7015721" cy="1564929"/>
            <a:chOff x="0" y="0"/>
            <a:chExt cx="9354295" cy="208657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29461" y="496579"/>
              <a:ext cx="7731116" cy="1589993"/>
              <a:chOff x="0" y="0"/>
              <a:chExt cx="1724356" cy="35463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24356" cy="354634"/>
              </a:xfrm>
              <a:custGeom>
                <a:avLst/>
                <a:gdLst/>
                <a:ahLst/>
                <a:cxnLst/>
                <a:rect r="r" b="b" t="t" l="l"/>
                <a:pathLst>
                  <a:path h="354634" w="1724356">
                    <a:moveTo>
                      <a:pt x="68095" y="0"/>
                    </a:moveTo>
                    <a:lnTo>
                      <a:pt x="1656261" y="0"/>
                    </a:lnTo>
                    <a:cubicBezTo>
                      <a:pt x="1674321" y="0"/>
                      <a:pt x="1691642" y="7174"/>
                      <a:pt x="1704412" y="19945"/>
                    </a:cubicBezTo>
                    <a:cubicBezTo>
                      <a:pt x="1717182" y="32715"/>
                      <a:pt x="1724356" y="50035"/>
                      <a:pt x="1724356" y="68095"/>
                    </a:cubicBezTo>
                    <a:lnTo>
                      <a:pt x="1724356" y="286539"/>
                    </a:lnTo>
                    <a:cubicBezTo>
                      <a:pt x="1724356" y="304599"/>
                      <a:pt x="1717182" y="321919"/>
                      <a:pt x="1704412" y="334689"/>
                    </a:cubicBezTo>
                    <a:cubicBezTo>
                      <a:pt x="1691642" y="347460"/>
                      <a:pt x="1674321" y="354634"/>
                      <a:pt x="1656261" y="354634"/>
                    </a:cubicBezTo>
                    <a:lnTo>
                      <a:pt x="68095" y="354634"/>
                    </a:lnTo>
                    <a:cubicBezTo>
                      <a:pt x="50035" y="354634"/>
                      <a:pt x="32715" y="347460"/>
                      <a:pt x="19945" y="334689"/>
                    </a:cubicBezTo>
                    <a:cubicBezTo>
                      <a:pt x="7174" y="321919"/>
                      <a:pt x="0" y="304599"/>
                      <a:pt x="0" y="286539"/>
                    </a:cubicBezTo>
                    <a:lnTo>
                      <a:pt x="0" y="68095"/>
                    </a:lnTo>
                    <a:cubicBezTo>
                      <a:pt x="0" y="50035"/>
                      <a:pt x="7174" y="32715"/>
                      <a:pt x="19945" y="19945"/>
                    </a:cubicBezTo>
                    <a:cubicBezTo>
                      <a:pt x="32715" y="7174"/>
                      <a:pt x="50035" y="0"/>
                      <a:pt x="68095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724356" cy="392734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9354295" cy="873742"/>
              <a:chOff x="0" y="0"/>
              <a:chExt cx="2086392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8639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086392">
                    <a:moveTo>
                      <a:pt x="56279" y="0"/>
                    </a:moveTo>
                    <a:lnTo>
                      <a:pt x="2030113" y="0"/>
                    </a:lnTo>
                    <a:cubicBezTo>
                      <a:pt x="2061195" y="0"/>
                      <a:pt x="2086392" y="25197"/>
                      <a:pt x="2086392" y="56279"/>
                    </a:cubicBezTo>
                    <a:lnTo>
                      <a:pt x="2086392" y="138601"/>
                    </a:lnTo>
                    <a:cubicBezTo>
                      <a:pt x="2086392" y="153527"/>
                      <a:pt x="2080463" y="167842"/>
                      <a:pt x="2069908" y="178397"/>
                    </a:cubicBezTo>
                    <a:cubicBezTo>
                      <a:pt x="2059354" y="188951"/>
                      <a:pt x="2045039" y="194880"/>
                      <a:pt x="2030113" y="194880"/>
                    </a:cubicBezTo>
                    <a:lnTo>
                      <a:pt x="56279" y="194880"/>
                    </a:lnTo>
                    <a:cubicBezTo>
                      <a:pt x="25197" y="194880"/>
                      <a:pt x="0" y="169683"/>
                      <a:pt x="0" y="138601"/>
                    </a:cubicBezTo>
                    <a:lnTo>
                      <a:pt x="0" y="56279"/>
                    </a:lnTo>
                    <a:cubicBezTo>
                      <a:pt x="0" y="25197"/>
                      <a:pt x="25197" y="0"/>
                      <a:pt x="5627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8639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59849" y="873742"/>
              <a:ext cx="7022505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 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 in range(5):</a:t>
              </a:r>
            </a:p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print("Repetição número:", i)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3500" y="139480"/>
              <a:ext cx="9066371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com repetições controladas: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09777" y="1599278"/>
            <a:ext cx="14250062" cy="6252253"/>
            <a:chOff x="0" y="0"/>
            <a:chExt cx="3753103" cy="16466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53103" cy="1646684"/>
            </a:xfrm>
            <a:custGeom>
              <a:avLst/>
              <a:gdLst/>
              <a:ahLst/>
              <a:cxnLst/>
              <a:rect r="r" b="b" t="t" l="l"/>
              <a:pathLst>
                <a:path h="1646684" w="3753103">
                  <a:moveTo>
                    <a:pt x="27708" y="0"/>
                  </a:moveTo>
                  <a:lnTo>
                    <a:pt x="3725395" y="0"/>
                  </a:lnTo>
                  <a:cubicBezTo>
                    <a:pt x="3740698" y="0"/>
                    <a:pt x="3753103" y="12405"/>
                    <a:pt x="3753103" y="27708"/>
                  </a:cubicBezTo>
                  <a:lnTo>
                    <a:pt x="3753103" y="1618976"/>
                  </a:lnTo>
                  <a:cubicBezTo>
                    <a:pt x="3753103" y="1634279"/>
                    <a:pt x="3740698" y="1646684"/>
                    <a:pt x="3725395" y="1646684"/>
                  </a:cubicBezTo>
                  <a:lnTo>
                    <a:pt x="27708" y="1646684"/>
                  </a:lnTo>
                  <a:cubicBezTo>
                    <a:pt x="12405" y="1646684"/>
                    <a:pt x="0" y="1634279"/>
                    <a:pt x="0" y="1618976"/>
                  </a:cubicBezTo>
                  <a:lnTo>
                    <a:pt x="0" y="27708"/>
                  </a:lnTo>
                  <a:cubicBezTo>
                    <a:pt x="0" y="12405"/>
                    <a:pt x="12405" y="0"/>
                    <a:pt x="27708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753103" cy="1646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4040" y="3481418"/>
            <a:ext cx="1248981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634818" y="3087896"/>
            <a:ext cx="1904128" cy="39352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9945330" y="3481418"/>
            <a:ext cx="1631850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H="true">
            <a:off x="3345062" y="3481418"/>
            <a:ext cx="8591059" cy="161448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3345062" y="4748243"/>
            <a:ext cx="1248981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5062" y="5976968"/>
            <a:ext cx="1248981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AutoShape 17" id="17"/>
          <p:cNvSpPr/>
          <p:nvPr/>
        </p:nvSpPr>
        <p:spPr>
          <a:xfrm flipH="true">
            <a:off x="12228210" y="3481418"/>
            <a:ext cx="1687113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V="true">
            <a:off x="9926280" y="3481418"/>
            <a:ext cx="2149530" cy="284321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1433095" y="3481418"/>
            <a:ext cx="2959223" cy="161448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0" id="20"/>
          <p:cNvSpPr txBox="true"/>
          <p:nvPr/>
        </p:nvSpPr>
        <p:spPr>
          <a:xfrm rot="0">
            <a:off x="6471314" y="2644173"/>
            <a:ext cx="253231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1º i = inicio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38946" y="2644173"/>
            <a:ext cx="248584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2º i==final?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75947" y="1847315"/>
            <a:ext cx="49796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3º Executa se i != final -1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75810" y="2644173"/>
            <a:ext cx="248584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5º i==final?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15958" y="5179287"/>
            <a:ext cx="248584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4º i+=passo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64003" y="1828265"/>
            <a:ext cx="53952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6º Sai do for se i == final-1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53665" y="3153115"/>
            <a:ext cx="7780669" cy="1769732"/>
            <a:chOff x="0" y="0"/>
            <a:chExt cx="10374226" cy="235964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0214037" cy="1670088"/>
              <a:chOff x="0" y="0"/>
              <a:chExt cx="2278150" cy="37249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8150" cy="372498"/>
              </a:xfrm>
              <a:custGeom>
                <a:avLst/>
                <a:gdLst/>
                <a:ahLst/>
                <a:cxnLst/>
                <a:rect r="r" b="b" t="t" l="l"/>
                <a:pathLst>
                  <a:path h="37249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320956"/>
                    </a:lnTo>
                    <a:cubicBezTo>
                      <a:pt x="2278150" y="349422"/>
                      <a:pt x="2255074" y="372498"/>
                      <a:pt x="2226608" y="372498"/>
                    </a:cubicBezTo>
                    <a:lnTo>
                      <a:pt x="51542" y="372498"/>
                    </a:lnTo>
                    <a:cubicBezTo>
                      <a:pt x="37872" y="372498"/>
                      <a:pt x="24762" y="367068"/>
                      <a:pt x="15096" y="357402"/>
                    </a:cubicBezTo>
                    <a:cubicBezTo>
                      <a:pt x="5430" y="347736"/>
                      <a:pt x="0" y="334626"/>
                      <a:pt x="0" y="320956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8150" cy="41059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502013" cy="873742"/>
              <a:chOff x="0" y="0"/>
              <a:chExt cx="2119339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19339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119339">
                    <a:moveTo>
                      <a:pt x="55404" y="0"/>
                    </a:moveTo>
                    <a:lnTo>
                      <a:pt x="2063935" y="0"/>
                    </a:lnTo>
                    <a:cubicBezTo>
                      <a:pt x="2094534" y="0"/>
                      <a:pt x="2119339" y="24805"/>
                      <a:pt x="2119339" y="55404"/>
                    </a:cubicBezTo>
                    <a:lnTo>
                      <a:pt x="2119339" y="139476"/>
                    </a:lnTo>
                    <a:cubicBezTo>
                      <a:pt x="2119339" y="170075"/>
                      <a:pt x="2094534" y="194880"/>
                      <a:pt x="2063935" y="194880"/>
                    </a:cubicBezTo>
                    <a:lnTo>
                      <a:pt x="55404" y="194880"/>
                    </a:lnTo>
                    <a:cubicBezTo>
                      <a:pt x="24805" y="194880"/>
                      <a:pt x="0" y="170075"/>
                      <a:pt x="0" y="139476"/>
                    </a:cubicBezTo>
                    <a:lnTo>
                      <a:pt x="0" y="55404"/>
                    </a:lnTo>
                    <a:cubicBezTo>
                      <a:pt x="0" y="24805"/>
                      <a:pt x="24805" y="0"/>
                      <a:pt x="5540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19339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184696"/>
              <a:ext cx="9502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especificando início, meio e fim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0188" y="873742"/>
              <a:ext cx="10214037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or i in range(2, 10, 2):</a:t>
              </a:r>
            </a:p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print(i)</a:t>
              </a:r>
            </a:p>
            <a:p>
              <a:pPr algn="just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17397" y="6034197"/>
            <a:ext cx="8253207" cy="2150732"/>
            <a:chOff x="0" y="0"/>
            <a:chExt cx="11004275" cy="286764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29461" y="496579"/>
              <a:ext cx="10874815" cy="2070559"/>
              <a:chOff x="0" y="0"/>
              <a:chExt cx="2425530" cy="4618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25530" cy="461820"/>
              </a:xfrm>
              <a:custGeom>
                <a:avLst/>
                <a:gdLst/>
                <a:ahLst/>
                <a:cxnLst/>
                <a:rect r="r" b="b" t="t" l="l"/>
                <a:pathLst>
                  <a:path h="461820" w="2425530">
                    <a:moveTo>
                      <a:pt x="48410" y="0"/>
                    </a:moveTo>
                    <a:lnTo>
                      <a:pt x="2377120" y="0"/>
                    </a:lnTo>
                    <a:cubicBezTo>
                      <a:pt x="2403856" y="0"/>
                      <a:pt x="2425530" y="21674"/>
                      <a:pt x="2425530" y="48410"/>
                    </a:cubicBezTo>
                    <a:lnTo>
                      <a:pt x="2425530" y="413410"/>
                    </a:lnTo>
                    <a:cubicBezTo>
                      <a:pt x="2425530" y="426249"/>
                      <a:pt x="2420430" y="438562"/>
                      <a:pt x="2411351" y="447641"/>
                    </a:cubicBezTo>
                    <a:cubicBezTo>
                      <a:pt x="2402273" y="456719"/>
                      <a:pt x="2389959" y="461820"/>
                      <a:pt x="2377120" y="461820"/>
                    </a:cubicBezTo>
                    <a:lnTo>
                      <a:pt x="48410" y="461820"/>
                    </a:lnTo>
                    <a:cubicBezTo>
                      <a:pt x="21674" y="461820"/>
                      <a:pt x="0" y="440146"/>
                      <a:pt x="0" y="413410"/>
                    </a:cubicBezTo>
                    <a:lnTo>
                      <a:pt x="0" y="48410"/>
                    </a:lnTo>
                    <a:cubicBezTo>
                      <a:pt x="0" y="21674"/>
                      <a:pt x="21674" y="0"/>
                      <a:pt x="4841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425530" cy="499920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9354295" cy="873742"/>
              <a:chOff x="0" y="0"/>
              <a:chExt cx="2086392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8639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086392">
                    <a:moveTo>
                      <a:pt x="56279" y="0"/>
                    </a:moveTo>
                    <a:lnTo>
                      <a:pt x="2030113" y="0"/>
                    </a:lnTo>
                    <a:cubicBezTo>
                      <a:pt x="2061195" y="0"/>
                      <a:pt x="2086392" y="25197"/>
                      <a:pt x="2086392" y="56279"/>
                    </a:cubicBezTo>
                    <a:lnTo>
                      <a:pt x="2086392" y="138601"/>
                    </a:lnTo>
                    <a:cubicBezTo>
                      <a:pt x="2086392" y="153527"/>
                      <a:pt x="2080463" y="167842"/>
                      <a:pt x="2069908" y="178397"/>
                    </a:cubicBezTo>
                    <a:cubicBezTo>
                      <a:pt x="2059354" y="188951"/>
                      <a:pt x="2045039" y="194880"/>
                      <a:pt x="2030113" y="194880"/>
                    </a:cubicBezTo>
                    <a:lnTo>
                      <a:pt x="56279" y="194880"/>
                    </a:lnTo>
                    <a:cubicBezTo>
                      <a:pt x="25197" y="194880"/>
                      <a:pt x="0" y="169683"/>
                      <a:pt x="0" y="138601"/>
                    </a:cubicBezTo>
                    <a:lnTo>
                      <a:pt x="0" y="56279"/>
                    </a:lnTo>
                    <a:cubicBezTo>
                      <a:pt x="0" y="25197"/>
                      <a:pt x="25197" y="0"/>
                      <a:pt x="5627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8639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68656" y="886442"/>
              <a:ext cx="9693206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frutas = ["maçã", "banana", "uva"]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 fruta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in frutas: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print(fruta)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59849" y="199188"/>
              <a:ext cx="6476048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Percorrendo lista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9525" y="4019863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0" y="5991236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0" y="4019863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</p:txBody>
      </p:sp>
      <p:grpSp>
        <p:nvGrpSpPr>
          <p:cNvPr name="Group 35" id="35"/>
          <p:cNvGrpSpPr/>
          <p:nvPr/>
        </p:nvGrpSpPr>
        <p:grpSpPr>
          <a:xfrm rot="1102572">
            <a:off x="11914408" y="3228575"/>
            <a:ext cx="1206727" cy="655307"/>
            <a:chOff x="0" y="0"/>
            <a:chExt cx="1608969" cy="87374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608969" cy="873742"/>
              <a:chOff x="0" y="0"/>
              <a:chExt cx="358866" cy="1948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5886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358866">
                    <a:moveTo>
                      <a:pt x="97440" y="0"/>
                    </a:moveTo>
                    <a:lnTo>
                      <a:pt x="261426" y="0"/>
                    </a:lnTo>
                    <a:cubicBezTo>
                      <a:pt x="287269" y="0"/>
                      <a:pt x="312053" y="10266"/>
                      <a:pt x="330327" y="28540"/>
                    </a:cubicBezTo>
                    <a:cubicBezTo>
                      <a:pt x="348600" y="46813"/>
                      <a:pt x="358866" y="71597"/>
                      <a:pt x="358866" y="97440"/>
                    </a:cubicBezTo>
                    <a:lnTo>
                      <a:pt x="358866" y="97440"/>
                    </a:lnTo>
                    <a:cubicBezTo>
                      <a:pt x="358866" y="123283"/>
                      <a:pt x="348600" y="148067"/>
                      <a:pt x="330327" y="166341"/>
                    </a:cubicBezTo>
                    <a:cubicBezTo>
                      <a:pt x="312053" y="184614"/>
                      <a:pt x="287269" y="194880"/>
                      <a:pt x="261426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35886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72629" y="179552"/>
              <a:ext cx="139511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i+=2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2156" y="6153161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print(4) =&gt; 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0" y="4019863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print(4) =&gt; 4</a:t>
            </a:r>
          </a:p>
        </p:txBody>
      </p:sp>
      <p:grpSp>
        <p:nvGrpSpPr>
          <p:cNvPr name="Group 35" id="35"/>
          <p:cNvGrpSpPr/>
          <p:nvPr/>
        </p:nvGrpSpPr>
        <p:grpSpPr>
          <a:xfrm rot="1102572">
            <a:off x="11914408" y="3228575"/>
            <a:ext cx="1206727" cy="655307"/>
            <a:chOff x="0" y="0"/>
            <a:chExt cx="1608969" cy="87374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608969" cy="873742"/>
              <a:chOff x="0" y="0"/>
              <a:chExt cx="358866" cy="1948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5886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358866">
                    <a:moveTo>
                      <a:pt x="97440" y="0"/>
                    </a:moveTo>
                    <a:lnTo>
                      <a:pt x="261426" y="0"/>
                    </a:lnTo>
                    <a:cubicBezTo>
                      <a:pt x="287269" y="0"/>
                      <a:pt x="312053" y="10266"/>
                      <a:pt x="330327" y="28540"/>
                    </a:cubicBezTo>
                    <a:cubicBezTo>
                      <a:pt x="348600" y="46813"/>
                      <a:pt x="358866" y="71597"/>
                      <a:pt x="358866" y="97440"/>
                    </a:cubicBezTo>
                    <a:lnTo>
                      <a:pt x="358866" y="97440"/>
                    </a:lnTo>
                    <a:cubicBezTo>
                      <a:pt x="358866" y="123283"/>
                      <a:pt x="348600" y="148067"/>
                      <a:pt x="330327" y="166341"/>
                    </a:cubicBezTo>
                    <a:cubicBezTo>
                      <a:pt x="312053" y="184614"/>
                      <a:pt x="287269" y="194880"/>
                      <a:pt x="261426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35886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72629" y="179552"/>
              <a:ext cx="139511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i+=2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7211" y="6176467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print(4) =&gt; 4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print(6) =&gt; 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0" y="4019863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print(4) =&gt; 4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print(6) =&gt; 6</a:t>
            </a:r>
          </a:p>
        </p:txBody>
      </p:sp>
      <p:grpSp>
        <p:nvGrpSpPr>
          <p:cNvPr name="Group 35" id="35"/>
          <p:cNvGrpSpPr/>
          <p:nvPr/>
        </p:nvGrpSpPr>
        <p:grpSpPr>
          <a:xfrm rot="1102572">
            <a:off x="11914408" y="3228575"/>
            <a:ext cx="1206727" cy="655307"/>
            <a:chOff x="0" y="0"/>
            <a:chExt cx="1608969" cy="87374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608969" cy="873742"/>
              <a:chOff x="0" y="0"/>
              <a:chExt cx="358866" cy="1948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5886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358866">
                    <a:moveTo>
                      <a:pt x="97440" y="0"/>
                    </a:moveTo>
                    <a:lnTo>
                      <a:pt x="261426" y="0"/>
                    </a:lnTo>
                    <a:cubicBezTo>
                      <a:pt x="287269" y="0"/>
                      <a:pt x="312053" y="10266"/>
                      <a:pt x="330327" y="28540"/>
                    </a:cubicBezTo>
                    <a:cubicBezTo>
                      <a:pt x="348600" y="46813"/>
                      <a:pt x="358866" y="71597"/>
                      <a:pt x="358866" y="97440"/>
                    </a:cubicBezTo>
                    <a:lnTo>
                      <a:pt x="358866" y="97440"/>
                    </a:lnTo>
                    <a:cubicBezTo>
                      <a:pt x="358866" y="123283"/>
                      <a:pt x="348600" y="148067"/>
                      <a:pt x="330327" y="166341"/>
                    </a:cubicBezTo>
                    <a:cubicBezTo>
                      <a:pt x="312053" y="184614"/>
                      <a:pt x="287269" y="194880"/>
                      <a:pt x="261426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35886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72629" y="179552"/>
              <a:ext cx="139511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i+=2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0" y="6034197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print(4) =&gt; 4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print(6) =&gt; 6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print(8) =&gt; 8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7211" y="4139652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10 (?)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print(4) =&gt; 4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print(6) =&gt; 6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print(8) =&gt; 8</a:t>
            </a:r>
          </a:p>
        </p:txBody>
      </p:sp>
      <p:grpSp>
        <p:nvGrpSpPr>
          <p:cNvPr name="Group 35" id="35"/>
          <p:cNvGrpSpPr/>
          <p:nvPr/>
        </p:nvGrpSpPr>
        <p:grpSpPr>
          <a:xfrm rot="674768">
            <a:off x="15158970" y="3268933"/>
            <a:ext cx="2601962" cy="655307"/>
            <a:chOff x="0" y="0"/>
            <a:chExt cx="3469282" cy="87374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3469282" cy="873742"/>
              <a:chOff x="0" y="0"/>
              <a:chExt cx="773792" cy="1948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7379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73792">
                    <a:moveTo>
                      <a:pt x="97440" y="0"/>
                    </a:moveTo>
                    <a:lnTo>
                      <a:pt x="676352" y="0"/>
                    </a:lnTo>
                    <a:cubicBezTo>
                      <a:pt x="702195" y="0"/>
                      <a:pt x="726979" y="10266"/>
                      <a:pt x="745253" y="28540"/>
                    </a:cubicBezTo>
                    <a:cubicBezTo>
                      <a:pt x="763526" y="46813"/>
                      <a:pt x="773792" y="71597"/>
                      <a:pt x="773792" y="97440"/>
                    </a:cubicBezTo>
                    <a:lnTo>
                      <a:pt x="773792" y="97440"/>
                    </a:lnTo>
                    <a:cubicBezTo>
                      <a:pt x="773792" y="123283"/>
                      <a:pt x="763526" y="148067"/>
                      <a:pt x="745253" y="166341"/>
                    </a:cubicBezTo>
                    <a:cubicBezTo>
                      <a:pt x="726979" y="184614"/>
                      <a:pt x="702195" y="194880"/>
                      <a:pt x="676352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77379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56605" y="179552"/>
              <a:ext cx="300816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i&gt;final-1 ?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1102572">
            <a:off x="11914408" y="3310840"/>
            <a:ext cx="1206727" cy="655307"/>
            <a:chOff x="0" y="0"/>
            <a:chExt cx="1608969" cy="873742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1608969" cy="873742"/>
              <a:chOff x="0" y="0"/>
              <a:chExt cx="358866" cy="19488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5886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358866">
                    <a:moveTo>
                      <a:pt x="97440" y="0"/>
                    </a:moveTo>
                    <a:lnTo>
                      <a:pt x="261426" y="0"/>
                    </a:lnTo>
                    <a:cubicBezTo>
                      <a:pt x="287269" y="0"/>
                      <a:pt x="312053" y="10266"/>
                      <a:pt x="330327" y="28540"/>
                    </a:cubicBezTo>
                    <a:cubicBezTo>
                      <a:pt x="348600" y="46813"/>
                      <a:pt x="358866" y="71597"/>
                      <a:pt x="358866" y="97440"/>
                    </a:cubicBezTo>
                    <a:lnTo>
                      <a:pt x="358866" y="97440"/>
                    </a:lnTo>
                    <a:cubicBezTo>
                      <a:pt x="358866" y="123283"/>
                      <a:pt x="348600" y="148067"/>
                      <a:pt x="330327" y="166341"/>
                    </a:cubicBezTo>
                    <a:cubicBezTo>
                      <a:pt x="312053" y="184614"/>
                      <a:pt x="287269" y="194880"/>
                      <a:pt x="261426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35886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72629" y="179552"/>
              <a:ext cx="139511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i+=2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9102" y="1579686"/>
            <a:ext cx="12484559" cy="7387260"/>
            <a:chOff x="0" y="0"/>
            <a:chExt cx="3288114" cy="194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8114" cy="1945616"/>
            </a:xfrm>
            <a:custGeom>
              <a:avLst/>
              <a:gdLst/>
              <a:ahLst/>
              <a:cxnLst/>
              <a:rect r="r" b="b" t="t" l="l"/>
              <a:pathLst>
                <a:path h="1945616" w="3288114">
                  <a:moveTo>
                    <a:pt x="31626" y="0"/>
                  </a:moveTo>
                  <a:lnTo>
                    <a:pt x="3256488" y="0"/>
                  </a:lnTo>
                  <a:cubicBezTo>
                    <a:pt x="3264876" y="0"/>
                    <a:pt x="3272920" y="3332"/>
                    <a:pt x="3278851" y="9263"/>
                  </a:cubicBezTo>
                  <a:cubicBezTo>
                    <a:pt x="3284782" y="15194"/>
                    <a:pt x="3288114" y="23238"/>
                    <a:pt x="3288114" y="31626"/>
                  </a:cubicBezTo>
                  <a:lnTo>
                    <a:pt x="3288114" y="1913990"/>
                  </a:lnTo>
                  <a:cubicBezTo>
                    <a:pt x="3288114" y="1922377"/>
                    <a:pt x="3284782" y="1930422"/>
                    <a:pt x="3278851" y="1936353"/>
                  </a:cubicBezTo>
                  <a:cubicBezTo>
                    <a:pt x="3272920" y="1942284"/>
                    <a:pt x="3264876" y="1945616"/>
                    <a:pt x="3256488" y="1945616"/>
                  </a:cubicBezTo>
                  <a:lnTo>
                    <a:pt x="31626" y="1945616"/>
                  </a:lnTo>
                  <a:cubicBezTo>
                    <a:pt x="23238" y="1945616"/>
                    <a:pt x="15194" y="1942284"/>
                    <a:pt x="9263" y="1936353"/>
                  </a:cubicBezTo>
                  <a:cubicBezTo>
                    <a:pt x="3332" y="1930422"/>
                    <a:pt x="0" y="1922377"/>
                    <a:pt x="0" y="1913990"/>
                  </a:cubicBezTo>
                  <a:lnTo>
                    <a:pt x="0" y="31626"/>
                  </a:lnTo>
                  <a:cubicBezTo>
                    <a:pt x="0" y="23238"/>
                    <a:pt x="3332" y="15194"/>
                    <a:pt x="9263" y="9263"/>
                  </a:cubicBezTo>
                  <a:cubicBezTo>
                    <a:pt x="15194" y="3332"/>
                    <a:pt x="23238" y="0"/>
                    <a:pt x="31626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88114" cy="194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55915" y="2036927"/>
            <a:ext cx="4444911" cy="6005473"/>
            <a:chOff x="0" y="0"/>
            <a:chExt cx="1170676" cy="1581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676" cy="1581688"/>
            </a:xfrm>
            <a:custGeom>
              <a:avLst/>
              <a:gdLst/>
              <a:ahLst/>
              <a:cxnLst/>
              <a:rect r="r" b="b" t="t" l="l"/>
              <a:pathLst>
                <a:path h="1581688" w="1170676">
                  <a:moveTo>
                    <a:pt x="88829" y="0"/>
                  </a:moveTo>
                  <a:lnTo>
                    <a:pt x="1081847" y="0"/>
                  </a:lnTo>
                  <a:cubicBezTo>
                    <a:pt x="1105406" y="0"/>
                    <a:pt x="1128000" y="9359"/>
                    <a:pt x="1144659" y="26017"/>
                  </a:cubicBezTo>
                  <a:cubicBezTo>
                    <a:pt x="1161317" y="42676"/>
                    <a:pt x="1170676" y="65270"/>
                    <a:pt x="1170676" y="88829"/>
                  </a:cubicBezTo>
                  <a:lnTo>
                    <a:pt x="1170676" y="1492859"/>
                  </a:lnTo>
                  <a:cubicBezTo>
                    <a:pt x="1170676" y="1516418"/>
                    <a:pt x="1161317" y="1539012"/>
                    <a:pt x="1144659" y="1555671"/>
                  </a:cubicBezTo>
                  <a:cubicBezTo>
                    <a:pt x="1128000" y="1572330"/>
                    <a:pt x="1105406" y="1581688"/>
                    <a:pt x="1081847" y="1581688"/>
                  </a:cubicBezTo>
                  <a:lnTo>
                    <a:pt x="88829" y="1581688"/>
                  </a:lnTo>
                  <a:cubicBezTo>
                    <a:pt x="65270" y="1581688"/>
                    <a:pt x="42676" y="1572330"/>
                    <a:pt x="26017" y="1555671"/>
                  </a:cubicBezTo>
                  <a:cubicBezTo>
                    <a:pt x="9359" y="1539012"/>
                    <a:pt x="0" y="1516418"/>
                    <a:pt x="0" y="1492859"/>
                  </a:cubicBezTo>
                  <a:lnTo>
                    <a:pt x="0" y="88829"/>
                  </a:lnTo>
                  <a:cubicBezTo>
                    <a:pt x="0" y="65270"/>
                    <a:pt x="9359" y="42676"/>
                    <a:pt x="26017" y="26017"/>
                  </a:cubicBezTo>
                  <a:cubicBezTo>
                    <a:pt x="42676" y="9359"/>
                    <a:pt x="65270" y="0"/>
                    <a:pt x="8882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70676" cy="1581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68004" y="6848486"/>
            <a:ext cx="726313" cy="600680"/>
            <a:chOff x="0" y="0"/>
            <a:chExt cx="564113" cy="466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113" cy="466537"/>
            </a:xfrm>
            <a:custGeom>
              <a:avLst/>
              <a:gdLst/>
              <a:ahLst/>
              <a:cxnLst/>
              <a:rect r="r" b="b" t="t" l="l"/>
              <a:pathLst>
                <a:path h="466537" w="564113">
                  <a:moveTo>
                    <a:pt x="239386" y="165984"/>
                  </a:moveTo>
                  <a:lnTo>
                    <a:pt x="564113" y="165984"/>
                  </a:lnTo>
                  <a:lnTo>
                    <a:pt x="564113" y="300526"/>
                  </a:lnTo>
                  <a:lnTo>
                    <a:pt x="239373" y="300526"/>
                  </a:lnTo>
                  <a:lnTo>
                    <a:pt x="302255" y="466537"/>
                  </a:lnTo>
                  <a:lnTo>
                    <a:pt x="0" y="233268"/>
                  </a:lnTo>
                  <a:lnTo>
                    <a:pt x="302255" y="0"/>
                  </a:lnTo>
                  <a:lnTo>
                    <a:pt x="239386" y="165984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65100"/>
              <a:ext cx="443463" cy="136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12164" y="5020291"/>
            <a:ext cx="400330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412921" y="1937395"/>
            <a:ext cx="2583875" cy="655307"/>
            <a:chOff x="0" y="0"/>
            <a:chExt cx="3445167" cy="87374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Interação 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8887685" y="3162390"/>
            <a:ext cx="512630" cy="757732"/>
            <a:chOff x="0" y="0"/>
            <a:chExt cx="610342" cy="902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342" cy="902163"/>
            </a:xfrm>
            <a:custGeom>
              <a:avLst/>
              <a:gdLst/>
              <a:ahLst/>
              <a:cxnLst/>
              <a:rect r="r" b="b" t="t" l="l"/>
              <a:pathLst>
                <a:path h="902163" w="610342">
                  <a:moveTo>
                    <a:pt x="305171" y="902163"/>
                  </a:moveTo>
                  <a:lnTo>
                    <a:pt x="0" y="495763"/>
                  </a:lnTo>
                  <a:lnTo>
                    <a:pt x="203200" y="495763"/>
                  </a:lnTo>
                  <a:lnTo>
                    <a:pt x="203200" y="0"/>
                  </a:lnTo>
                  <a:lnTo>
                    <a:pt x="407142" y="0"/>
                  </a:lnTo>
                  <a:lnTo>
                    <a:pt x="407142" y="495763"/>
                  </a:lnTo>
                  <a:lnTo>
                    <a:pt x="610342" y="495763"/>
                  </a:lnTo>
                  <a:lnTo>
                    <a:pt x="305171" y="902163"/>
                  </a:ln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0"/>
              <a:ext cx="203942" cy="8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9102" y="39725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4599" spc="-271">
                <a:solidFill>
                  <a:srgbClr val="1C213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4599" spc="-271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range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 inicio, final, passo):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09" y="5201266"/>
            <a:ext cx="1243376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spc="-271" b="true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for</a:t>
            </a:r>
          </a:p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9102" y="6753841"/>
            <a:ext cx="124337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for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9102" y="1818543"/>
            <a:ext cx="7633513" cy="21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 = 2</a:t>
            </a:r>
          </a:p>
          <a:p>
            <a:pPr algn="l">
              <a:lnSpc>
                <a:spcPts val="5561"/>
              </a:lnSpc>
            </a:pPr>
            <a:r>
              <a:rPr lang="en-US" sz="4634" spc="-27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final = 10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b="true" sz="4634" spc="-27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 =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5915" y="286933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69929" y="3786803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 = 10 (?)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2922" y="5464895"/>
            <a:ext cx="20268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61359" y="2380517"/>
            <a:ext cx="4165281" cy="6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b="true" sz="4236" spc="-2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{ 2, 4, 6, 8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69349" y="6034197"/>
            <a:ext cx="278072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print(2) =&gt; 2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print(4) =&gt; 4</a:t>
            </a:r>
          </a:p>
          <a:p>
            <a:pPr algn="ctr">
              <a:lnSpc>
                <a:spcPts val="2999"/>
              </a:lnSpc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print(6) =&gt; 6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print(8) =&gt; 8</a:t>
            </a:r>
          </a:p>
        </p:txBody>
      </p:sp>
      <p:sp>
        <p:nvSpPr>
          <p:cNvPr name="AutoShape 35" id="35"/>
          <p:cNvSpPr/>
          <p:nvPr/>
        </p:nvSpPr>
        <p:spPr>
          <a:xfrm flipH="true" flipV="true">
            <a:off x="10529675" y="2216344"/>
            <a:ext cx="3902478" cy="157046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6" id="36"/>
          <p:cNvGrpSpPr/>
          <p:nvPr/>
        </p:nvGrpSpPr>
        <p:grpSpPr>
          <a:xfrm rot="0">
            <a:off x="10725469" y="439980"/>
            <a:ext cx="2886695" cy="1601549"/>
            <a:chOff x="0" y="0"/>
            <a:chExt cx="1248944" cy="6929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48944" cy="692919"/>
            </a:xfrm>
            <a:custGeom>
              <a:avLst/>
              <a:gdLst/>
              <a:ahLst/>
              <a:cxnLst/>
              <a:rect r="r" b="b" t="t" l="l"/>
              <a:pathLst>
                <a:path h="692919" w="1248944">
                  <a:moveTo>
                    <a:pt x="136779" y="0"/>
                  </a:moveTo>
                  <a:lnTo>
                    <a:pt x="1112166" y="0"/>
                  </a:lnTo>
                  <a:cubicBezTo>
                    <a:pt x="1187706" y="0"/>
                    <a:pt x="1248944" y="61238"/>
                    <a:pt x="1248944" y="136779"/>
                  </a:cubicBezTo>
                  <a:lnTo>
                    <a:pt x="1248944" y="556140"/>
                  </a:lnTo>
                  <a:cubicBezTo>
                    <a:pt x="1248944" y="592416"/>
                    <a:pt x="1234534" y="627206"/>
                    <a:pt x="1208883" y="652857"/>
                  </a:cubicBezTo>
                  <a:cubicBezTo>
                    <a:pt x="1183232" y="678508"/>
                    <a:pt x="1148442" y="692919"/>
                    <a:pt x="1112166" y="692919"/>
                  </a:cubicBezTo>
                  <a:lnTo>
                    <a:pt x="136779" y="692919"/>
                  </a:lnTo>
                  <a:cubicBezTo>
                    <a:pt x="61238" y="692919"/>
                    <a:pt x="0" y="631681"/>
                    <a:pt x="0" y="556140"/>
                  </a:cubicBezTo>
                  <a:lnTo>
                    <a:pt x="0" y="136779"/>
                  </a:lnTo>
                  <a:cubicBezTo>
                    <a:pt x="0" y="100503"/>
                    <a:pt x="14411" y="65712"/>
                    <a:pt x="40061" y="40061"/>
                  </a:cubicBezTo>
                  <a:cubicBezTo>
                    <a:pt x="65712" y="14411"/>
                    <a:pt x="100503" y="0"/>
                    <a:pt x="136779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248944" cy="692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926804" y="690531"/>
            <a:ext cx="2484026" cy="107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b="true" sz="206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Estaria fora do conjunto que definimos.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WHILE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3736" y="3520147"/>
            <a:ext cx="7660528" cy="2985537"/>
            <a:chOff x="0" y="0"/>
            <a:chExt cx="2278150" cy="887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8150" cy="887863"/>
            </a:xfrm>
            <a:custGeom>
              <a:avLst/>
              <a:gdLst/>
              <a:ahLst/>
              <a:cxnLst/>
              <a:rect r="r" b="b" t="t" l="l"/>
              <a:pathLst>
                <a:path h="887863" w="2278150">
                  <a:moveTo>
                    <a:pt x="51542" y="0"/>
                  </a:moveTo>
                  <a:lnTo>
                    <a:pt x="2226608" y="0"/>
                  </a:lnTo>
                  <a:cubicBezTo>
                    <a:pt x="2255074" y="0"/>
                    <a:pt x="2278150" y="23076"/>
                    <a:pt x="2278150" y="51542"/>
                  </a:cubicBezTo>
                  <a:lnTo>
                    <a:pt x="2278150" y="836321"/>
                  </a:lnTo>
                  <a:cubicBezTo>
                    <a:pt x="2278150" y="864787"/>
                    <a:pt x="2255074" y="887863"/>
                    <a:pt x="2226608" y="887863"/>
                  </a:cubicBezTo>
                  <a:lnTo>
                    <a:pt x="51542" y="887863"/>
                  </a:lnTo>
                  <a:cubicBezTo>
                    <a:pt x="37872" y="887863"/>
                    <a:pt x="24762" y="882433"/>
                    <a:pt x="15096" y="872767"/>
                  </a:cubicBezTo>
                  <a:cubicBezTo>
                    <a:pt x="5430" y="863101"/>
                    <a:pt x="0" y="849991"/>
                    <a:pt x="0" y="836321"/>
                  </a:cubicBezTo>
                  <a:lnTo>
                    <a:pt x="0" y="51542"/>
                  </a:lnTo>
                  <a:cubicBezTo>
                    <a:pt x="0" y="23076"/>
                    <a:pt x="23076" y="0"/>
                    <a:pt x="51542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78150" cy="925963"/>
            </a:xfrm>
            <a:prstGeom prst="rect">
              <a:avLst/>
            </a:prstGeom>
          </p:spPr>
          <p:txBody>
            <a:bodyPr anchor="ctr" rtlCol="false" tIns="68158" lIns="68158" bIns="68158" rIns="681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13736" y="3147713"/>
            <a:ext cx="7126510" cy="655307"/>
            <a:chOff x="0" y="0"/>
            <a:chExt cx="2119339" cy="19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9339" cy="194880"/>
            </a:xfrm>
            <a:custGeom>
              <a:avLst/>
              <a:gdLst/>
              <a:ahLst/>
              <a:cxnLst/>
              <a:rect r="r" b="b" t="t" l="l"/>
              <a:pathLst>
                <a:path h="194880" w="2119339">
                  <a:moveTo>
                    <a:pt x="55404" y="0"/>
                  </a:moveTo>
                  <a:lnTo>
                    <a:pt x="2063935" y="0"/>
                  </a:lnTo>
                  <a:cubicBezTo>
                    <a:pt x="2094534" y="0"/>
                    <a:pt x="2119339" y="24805"/>
                    <a:pt x="2119339" y="55404"/>
                  </a:cubicBezTo>
                  <a:lnTo>
                    <a:pt x="2119339" y="139476"/>
                  </a:lnTo>
                  <a:cubicBezTo>
                    <a:pt x="2119339" y="170075"/>
                    <a:pt x="2094534" y="194880"/>
                    <a:pt x="2063935" y="194880"/>
                  </a:cubicBezTo>
                  <a:lnTo>
                    <a:pt x="55404" y="194880"/>
                  </a:lnTo>
                  <a:cubicBezTo>
                    <a:pt x="24805" y="194880"/>
                    <a:pt x="0" y="170075"/>
                    <a:pt x="0" y="139476"/>
                  </a:cubicBezTo>
                  <a:lnTo>
                    <a:pt x="0" y="55404"/>
                  </a:lnTo>
                  <a:cubicBezTo>
                    <a:pt x="0" y="24805"/>
                    <a:pt x="24805" y="0"/>
                    <a:pt x="55404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19339" cy="232980"/>
            </a:xfrm>
            <a:prstGeom prst="rect">
              <a:avLst/>
            </a:prstGeom>
          </p:spPr>
          <p:txBody>
            <a:bodyPr anchor="ctr" rtlCol="false" tIns="44990" lIns="44990" bIns="44990" rIns="4499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580745" y="3286235"/>
            <a:ext cx="712651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Resumo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65944" y="7030077"/>
            <a:ext cx="8156111" cy="1940222"/>
            <a:chOff x="0" y="0"/>
            <a:chExt cx="2425530" cy="576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25530" cy="576999"/>
            </a:xfrm>
            <a:custGeom>
              <a:avLst/>
              <a:gdLst/>
              <a:ahLst/>
              <a:cxnLst/>
              <a:rect r="r" b="b" t="t" l="l"/>
              <a:pathLst>
                <a:path h="576999" w="2425530">
                  <a:moveTo>
                    <a:pt x="48410" y="0"/>
                  </a:moveTo>
                  <a:lnTo>
                    <a:pt x="2377120" y="0"/>
                  </a:lnTo>
                  <a:cubicBezTo>
                    <a:pt x="2403856" y="0"/>
                    <a:pt x="2425530" y="21674"/>
                    <a:pt x="2425530" y="48410"/>
                  </a:cubicBezTo>
                  <a:lnTo>
                    <a:pt x="2425530" y="528589"/>
                  </a:lnTo>
                  <a:cubicBezTo>
                    <a:pt x="2425530" y="555325"/>
                    <a:pt x="2403856" y="576999"/>
                    <a:pt x="2377120" y="576999"/>
                  </a:cubicBezTo>
                  <a:lnTo>
                    <a:pt x="48410" y="576999"/>
                  </a:lnTo>
                  <a:cubicBezTo>
                    <a:pt x="21674" y="576999"/>
                    <a:pt x="0" y="555325"/>
                    <a:pt x="0" y="528589"/>
                  </a:cubicBezTo>
                  <a:lnTo>
                    <a:pt x="0" y="48410"/>
                  </a:lnTo>
                  <a:cubicBezTo>
                    <a:pt x="0" y="21674"/>
                    <a:pt x="21674" y="0"/>
                    <a:pt x="484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25530" cy="615099"/>
            </a:xfrm>
            <a:prstGeom prst="rect">
              <a:avLst/>
            </a:prstGeom>
          </p:spPr>
          <p:txBody>
            <a:bodyPr anchor="ctr" rtlCol="false" tIns="68158" lIns="68158" bIns="68158" rIns="681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13736" y="3943350"/>
            <a:ext cx="7660528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spc="-13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While é semelhante o f</a:t>
            </a:r>
            <a:r>
              <a:rPr lang="en-US" b="true" sz="2300" spc="-13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or, porém, a diferença é que o For é usado quando você sabe quantas vezes quer repetir algo como repetir um número fixo de vezes ou percorrer uma sequência, enquanto o while é realizado quando não se sabe quantas vezes irá repetir, assim, repete enquanto uma condição for verdadeira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65944" y="7200458"/>
            <a:ext cx="815611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loop continua enquanto a condição for verdadeira.</a:t>
            </a:r>
          </a:p>
          <a:p>
            <a:pPr algn="ctr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 a condição nunca</a:t>
            </a: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se tornar falsa, ele repete para sempre (loop infinito ⚠️).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WHILE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09777" y="1599278"/>
            <a:ext cx="14250062" cy="6252253"/>
            <a:chOff x="0" y="0"/>
            <a:chExt cx="3753103" cy="16466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53103" cy="1646684"/>
            </a:xfrm>
            <a:custGeom>
              <a:avLst/>
              <a:gdLst/>
              <a:ahLst/>
              <a:cxnLst/>
              <a:rect r="r" b="b" t="t" l="l"/>
              <a:pathLst>
                <a:path h="1646684" w="3753103">
                  <a:moveTo>
                    <a:pt x="27708" y="0"/>
                  </a:moveTo>
                  <a:lnTo>
                    <a:pt x="3725395" y="0"/>
                  </a:lnTo>
                  <a:cubicBezTo>
                    <a:pt x="3740698" y="0"/>
                    <a:pt x="3753103" y="12405"/>
                    <a:pt x="3753103" y="27708"/>
                  </a:cubicBezTo>
                  <a:lnTo>
                    <a:pt x="3753103" y="1618976"/>
                  </a:lnTo>
                  <a:cubicBezTo>
                    <a:pt x="3753103" y="1634279"/>
                    <a:pt x="3740698" y="1646684"/>
                    <a:pt x="3725395" y="1646684"/>
                  </a:cubicBezTo>
                  <a:lnTo>
                    <a:pt x="27708" y="1646684"/>
                  </a:lnTo>
                  <a:cubicBezTo>
                    <a:pt x="12405" y="1646684"/>
                    <a:pt x="0" y="1634279"/>
                    <a:pt x="0" y="1618976"/>
                  </a:cubicBezTo>
                  <a:lnTo>
                    <a:pt x="0" y="27708"/>
                  </a:lnTo>
                  <a:cubicBezTo>
                    <a:pt x="0" y="12405"/>
                    <a:pt x="12405" y="0"/>
                    <a:pt x="27708" y="0"/>
                  </a:cubicBezTo>
                  <a:close/>
                </a:path>
              </a:pathLst>
            </a:custGeom>
            <a:solidFill>
              <a:srgbClr val="323232">
                <a:alpha val="7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753103" cy="1646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36829" y="3500468"/>
            <a:ext cx="1248981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FF751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while</a:t>
            </a:r>
            <a:r>
              <a:rPr lang="en-US" b="true" sz="4599" spc="-271">
                <a:solidFill>
                  <a:srgbClr val="3777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condicao</a:t>
            </a:r>
            <a:r>
              <a:rPr lang="en-US" b="true" sz="4599" spc="-2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746460" y="2057116"/>
            <a:ext cx="2318531" cy="144335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7686627" y="3500468"/>
            <a:ext cx="3098461" cy="297122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3345062" y="4748243"/>
            <a:ext cx="1248981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# Código dentro do while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7851" y="5996018"/>
            <a:ext cx="1248981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b="true" sz="4599" spc="-271">
                <a:solidFill>
                  <a:srgbClr val="47924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Código fora do while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4298056" y="3500468"/>
            <a:ext cx="1773130" cy="164303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3696746" y="1685641"/>
            <a:ext cx="349953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1º condição = True?</a:t>
            </a:r>
          </a:p>
        </p:txBody>
      </p:sp>
      <p:sp>
        <p:nvSpPr>
          <p:cNvPr name="AutoShape 18" id="18"/>
          <p:cNvSpPr/>
          <p:nvPr/>
        </p:nvSpPr>
        <p:spPr>
          <a:xfrm flipH="true" flipV="true">
            <a:off x="8317652" y="3858472"/>
            <a:ext cx="3986660" cy="12850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9" id="19"/>
          <p:cNvSpPr txBox="true"/>
          <p:nvPr/>
        </p:nvSpPr>
        <p:spPr>
          <a:xfrm rot="0">
            <a:off x="2662197" y="2732193"/>
            <a:ext cx="349953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2º condição = True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04780" y="3314731"/>
            <a:ext cx="349953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3º condição = True?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31969" y="2057116"/>
            <a:ext cx="349953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4º condição != True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WHILE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19487" y="3072625"/>
            <a:ext cx="4649026" cy="1769732"/>
            <a:chOff x="0" y="0"/>
            <a:chExt cx="6198701" cy="235964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6069161" cy="1610017"/>
              <a:chOff x="0" y="0"/>
              <a:chExt cx="1353672" cy="359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3672" cy="359100"/>
              </a:xfrm>
              <a:custGeom>
                <a:avLst/>
                <a:gdLst/>
                <a:ahLst/>
                <a:cxnLst/>
                <a:rect r="r" b="b" t="t" l="l"/>
                <a:pathLst>
                  <a:path h="359100" w="1353672">
                    <a:moveTo>
                      <a:pt x="86742" y="0"/>
                    </a:moveTo>
                    <a:lnTo>
                      <a:pt x="1266930" y="0"/>
                    </a:lnTo>
                    <a:cubicBezTo>
                      <a:pt x="1289936" y="0"/>
                      <a:pt x="1311999" y="9139"/>
                      <a:pt x="1328266" y="25406"/>
                    </a:cubicBezTo>
                    <a:cubicBezTo>
                      <a:pt x="1344533" y="41673"/>
                      <a:pt x="1353672" y="63737"/>
                      <a:pt x="1353672" y="86742"/>
                    </a:cubicBezTo>
                    <a:lnTo>
                      <a:pt x="1353672" y="272358"/>
                    </a:lnTo>
                    <a:cubicBezTo>
                      <a:pt x="1353672" y="295363"/>
                      <a:pt x="1344533" y="317427"/>
                      <a:pt x="1328266" y="333694"/>
                    </a:cubicBezTo>
                    <a:cubicBezTo>
                      <a:pt x="1311999" y="349961"/>
                      <a:pt x="1289936" y="359100"/>
                      <a:pt x="1266930" y="359100"/>
                    </a:cubicBezTo>
                    <a:lnTo>
                      <a:pt x="86742" y="359100"/>
                    </a:lnTo>
                    <a:cubicBezTo>
                      <a:pt x="63737" y="359100"/>
                      <a:pt x="41673" y="349961"/>
                      <a:pt x="25406" y="333694"/>
                    </a:cubicBezTo>
                    <a:cubicBezTo>
                      <a:pt x="9139" y="317427"/>
                      <a:pt x="0" y="295363"/>
                      <a:pt x="0" y="272358"/>
                    </a:cubicBezTo>
                    <a:lnTo>
                      <a:pt x="0" y="86742"/>
                    </a:lnTo>
                    <a:cubicBezTo>
                      <a:pt x="0" y="63737"/>
                      <a:pt x="9139" y="41673"/>
                      <a:pt x="25406" y="25406"/>
                    </a:cubicBezTo>
                    <a:cubicBezTo>
                      <a:pt x="41673" y="9139"/>
                      <a:pt x="63737" y="0"/>
                      <a:pt x="867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353672" cy="397200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880547" cy="873742"/>
              <a:chOff x="0" y="0"/>
              <a:chExt cx="1088562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885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088562">
                    <a:moveTo>
                      <a:pt x="97440" y="0"/>
                    </a:moveTo>
                    <a:lnTo>
                      <a:pt x="991122" y="0"/>
                    </a:lnTo>
                    <a:cubicBezTo>
                      <a:pt x="1016965" y="0"/>
                      <a:pt x="1041749" y="10266"/>
                      <a:pt x="1060023" y="28540"/>
                    </a:cubicBezTo>
                    <a:cubicBezTo>
                      <a:pt x="1078296" y="46813"/>
                      <a:pt x="1088562" y="71597"/>
                      <a:pt x="1088562" y="97440"/>
                    </a:cubicBezTo>
                    <a:lnTo>
                      <a:pt x="1088562" y="97440"/>
                    </a:lnTo>
                    <a:cubicBezTo>
                      <a:pt x="1088562" y="123283"/>
                      <a:pt x="1078296" y="148067"/>
                      <a:pt x="1060023" y="166341"/>
                    </a:cubicBezTo>
                    <a:cubicBezTo>
                      <a:pt x="1041749" y="184614"/>
                      <a:pt x="1016965" y="194880"/>
                      <a:pt x="991122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885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9540" y="184696"/>
              <a:ext cx="4686236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Estrutura Básica: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29540" y="873742"/>
              <a:ext cx="6069161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ile condição: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# código a ser repetido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99655" y="5559190"/>
            <a:ext cx="5288689" cy="2884157"/>
            <a:chOff x="0" y="0"/>
            <a:chExt cx="7051586" cy="384554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29461" y="496579"/>
              <a:ext cx="4973847" cy="3090435"/>
              <a:chOff x="0" y="0"/>
              <a:chExt cx="1109372" cy="68929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09372" cy="689294"/>
              </a:xfrm>
              <a:custGeom>
                <a:avLst/>
                <a:gdLst/>
                <a:ahLst/>
                <a:cxnLst/>
                <a:rect r="r" b="b" t="t" l="l"/>
                <a:pathLst>
                  <a:path h="689294" w="1109372">
                    <a:moveTo>
                      <a:pt x="105844" y="0"/>
                    </a:moveTo>
                    <a:lnTo>
                      <a:pt x="1003529" y="0"/>
                    </a:lnTo>
                    <a:cubicBezTo>
                      <a:pt x="1061984" y="0"/>
                      <a:pt x="1109372" y="47388"/>
                      <a:pt x="1109372" y="105844"/>
                    </a:cubicBezTo>
                    <a:lnTo>
                      <a:pt x="1109372" y="583450"/>
                    </a:lnTo>
                    <a:cubicBezTo>
                      <a:pt x="1109372" y="641906"/>
                      <a:pt x="1061984" y="689294"/>
                      <a:pt x="1003529" y="689294"/>
                    </a:cubicBezTo>
                    <a:lnTo>
                      <a:pt x="105844" y="689294"/>
                    </a:lnTo>
                    <a:cubicBezTo>
                      <a:pt x="47388" y="689294"/>
                      <a:pt x="0" y="641906"/>
                      <a:pt x="0" y="583450"/>
                    </a:cubicBezTo>
                    <a:lnTo>
                      <a:pt x="0" y="105844"/>
                    </a:lnTo>
                    <a:cubicBezTo>
                      <a:pt x="0" y="47388"/>
                      <a:pt x="47388" y="0"/>
                      <a:pt x="105844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109372" cy="727394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7051586" cy="873742"/>
              <a:chOff x="0" y="0"/>
              <a:chExt cx="1572793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7279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72793">
                    <a:moveTo>
                      <a:pt x="74657" y="0"/>
                    </a:moveTo>
                    <a:lnTo>
                      <a:pt x="1498136" y="0"/>
                    </a:lnTo>
                    <a:cubicBezTo>
                      <a:pt x="1539368" y="0"/>
                      <a:pt x="1572793" y="33425"/>
                      <a:pt x="1572793" y="74657"/>
                    </a:cubicBezTo>
                    <a:lnTo>
                      <a:pt x="1572793" y="120223"/>
                    </a:lnTo>
                    <a:cubicBezTo>
                      <a:pt x="1572793" y="161455"/>
                      <a:pt x="1539368" y="194880"/>
                      <a:pt x="1498136" y="194880"/>
                    </a:cubicBezTo>
                    <a:lnTo>
                      <a:pt x="74657" y="194880"/>
                    </a:lnTo>
                    <a:cubicBezTo>
                      <a:pt x="33425" y="194880"/>
                      <a:pt x="0" y="161455"/>
                      <a:pt x="0" y="120223"/>
                    </a:cubicBezTo>
                    <a:lnTo>
                      <a:pt x="0" y="74657"/>
                    </a:lnTo>
                    <a:cubicBezTo>
                      <a:pt x="0" y="33425"/>
                      <a:pt x="33425" y="0"/>
                      <a:pt x="74657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57279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30130" y="873742"/>
              <a:ext cx="4773178" cy="297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contador = 0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contador &lt;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5: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print(contador)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contador += 1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0130" y="139480"/>
              <a:ext cx="62169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Contagem simples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WHILE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3736" y="2381812"/>
            <a:ext cx="7660528" cy="3295950"/>
            <a:chOff x="0" y="0"/>
            <a:chExt cx="10214037" cy="4394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0214037" cy="3542566"/>
              <a:chOff x="0" y="0"/>
              <a:chExt cx="2278150" cy="790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8150" cy="790138"/>
              </a:xfrm>
              <a:custGeom>
                <a:avLst/>
                <a:gdLst/>
                <a:ahLst/>
                <a:cxnLst/>
                <a:rect r="r" b="b" t="t" l="l"/>
                <a:pathLst>
                  <a:path h="79013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738596"/>
                    </a:lnTo>
                    <a:cubicBezTo>
                      <a:pt x="2278150" y="752266"/>
                      <a:pt x="2272720" y="765376"/>
                      <a:pt x="2263054" y="775042"/>
                    </a:cubicBezTo>
                    <a:cubicBezTo>
                      <a:pt x="2253388" y="784708"/>
                      <a:pt x="2240278" y="790138"/>
                      <a:pt x="2226608" y="790138"/>
                    </a:cubicBezTo>
                    <a:lnTo>
                      <a:pt x="51542" y="790138"/>
                    </a:lnTo>
                    <a:cubicBezTo>
                      <a:pt x="37872" y="790138"/>
                      <a:pt x="24762" y="784708"/>
                      <a:pt x="15096" y="775042"/>
                    </a:cubicBezTo>
                    <a:cubicBezTo>
                      <a:pt x="5430" y="765376"/>
                      <a:pt x="0" y="752266"/>
                      <a:pt x="0" y="738596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8150" cy="82823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502013" cy="873742"/>
              <a:chOff x="0" y="0"/>
              <a:chExt cx="2119339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19339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119339">
                    <a:moveTo>
                      <a:pt x="55404" y="0"/>
                    </a:moveTo>
                    <a:lnTo>
                      <a:pt x="2063935" y="0"/>
                    </a:lnTo>
                    <a:cubicBezTo>
                      <a:pt x="2094534" y="0"/>
                      <a:pt x="2119339" y="24805"/>
                      <a:pt x="2119339" y="55404"/>
                    </a:cubicBezTo>
                    <a:lnTo>
                      <a:pt x="2119339" y="139476"/>
                    </a:lnTo>
                    <a:cubicBezTo>
                      <a:pt x="2119339" y="170075"/>
                      <a:pt x="2094534" y="194880"/>
                      <a:pt x="2063935" y="194880"/>
                    </a:cubicBezTo>
                    <a:lnTo>
                      <a:pt x="55404" y="194880"/>
                    </a:lnTo>
                    <a:cubicBezTo>
                      <a:pt x="24805" y="194880"/>
                      <a:pt x="0" y="170075"/>
                      <a:pt x="0" y="139476"/>
                    </a:cubicBezTo>
                    <a:lnTo>
                      <a:pt x="0" y="55404"/>
                    </a:lnTo>
                    <a:cubicBezTo>
                      <a:pt x="0" y="24805"/>
                      <a:pt x="24805" y="0"/>
                      <a:pt x="5540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19339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14300" y="184696"/>
              <a:ext cx="804029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interagindo com o usuário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27500"/>
              <a:ext cx="10214037" cy="346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senha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 ""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senha != "python123":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senha = input("Digite a senha: ")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print("Acesso permitido!")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86883" y="5782885"/>
            <a:ext cx="9114234" cy="3693782"/>
            <a:chOff x="0" y="0"/>
            <a:chExt cx="12152312" cy="492504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638749" y="458625"/>
              <a:ext cx="11513564" cy="4145816"/>
              <a:chOff x="0" y="0"/>
              <a:chExt cx="2567998" cy="92468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67998" cy="924687"/>
              </a:xfrm>
              <a:custGeom>
                <a:avLst/>
                <a:gdLst/>
                <a:ahLst/>
                <a:cxnLst/>
                <a:rect r="r" b="b" t="t" l="l"/>
                <a:pathLst>
                  <a:path h="924687" w="2567998">
                    <a:moveTo>
                      <a:pt x="45724" y="0"/>
                    </a:moveTo>
                    <a:lnTo>
                      <a:pt x="2522273" y="0"/>
                    </a:lnTo>
                    <a:cubicBezTo>
                      <a:pt x="2534400" y="0"/>
                      <a:pt x="2546030" y="4817"/>
                      <a:pt x="2554605" y="13392"/>
                    </a:cubicBezTo>
                    <a:cubicBezTo>
                      <a:pt x="2563180" y="21967"/>
                      <a:pt x="2567998" y="33598"/>
                      <a:pt x="2567998" y="45724"/>
                    </a:cubicBezTo>
                    <a:lnTo>
                      <a:pt x="2567998" y="878963"/>
                    </a:lnTo>
                    <a:cubicBezTo>
                      <a:pt x="2567998" y="891090"/>
                      <a:pt x="2563180" y="902720"/>
                      <a:pt x="2554605" y="911295"/>
                    </a:cubicBezTo>
                    <a:cubicBezTo>
                      <a:pt x="2546030" y="919870"/>
                      <a:pt x="2534400" y="924687"/>
                      <a:pt x="2522273" y="924687"/>
                    </a:cubicBezTo>
                    <a:lnTo>
                      <a:pt x="45724" y="924687"/>
                    </a:lnTo>
                    <a:cubicBezTo>
                      <a:pt x="33598" y="924687"/>
                      <a:pt x="21967" y="919870"/>
                      <a:pt x="13392" y="911295"/>
                    </a:cubicBezTo>
                    <a:cubicBezTo>
                      <a:pt x="4817" y="902720"/>
                      <a:pt x="0" y="891090"/>
                      <a:pt x="0" y="878963"/>
                    </a:cubicBezTo>
                    <a:lnTo>
                      <a:pt x="0" y="45724"/>
                    </a:lnTo>
                    <a:cubicBezTo>
                      <a:pt x="0" y="33598"/>
                      <a:pt x="4817" y="21967"/>
                      <a:pt x="13392" y="13392"/>
                    </a:cubicBezTo>
                    <a:cubicBezTo>
                      <a:pt x="21967" y="4817"/>
                      <a:pt x="33598" y="0"/>
                      <a:pt x="45724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567998" cy="962787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638749" y="0"/>
              <a:ext cx="9354295" cy="873742"/>
              <a:chOff x="0" y="0"/>
              <a:chExt cx="2086392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8639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086392">
                    <a:moveTo>
                      <a:pt x="56279" y="0"/>
                    </a:moveTo>
                    <a:lnTo>
                      <a:pt x="2030113" y="0"/>
                    </a:lnTo>
                    <a:cubicBezTo>
                      <a:pt x="2061195" y="0"/>
                      <a:pt x="2086392" y="25197"/>
                      <a:pt x="2086392" y="56279"/>
                    </a:cubicBezTo>
                    <a:lnTo>
                      <a:pt x="2086392" y="138601"/>
                    </a:lnTo>
                    <a:cubicBezTo>
                      <a:pt x="2086392" y="153527"/>
                      <a:pt x="2080463" y="167842"/>
                      <a:pt x="2069908" y="178397"/>
                    </a:cubicBezTo>
                    <a:cubicBezTo>
                      <a:pt x="2059354" y="188951"/>
                      <a:pt x="2045039" y="194880"/>
                      <a:pt x="2030113" y="194880"/>
                    </a:cubicBezTo>
                    <a:lnTo>
                      <a:pt x="56279" y="194880"/>
                    </a:lnTo>
                    <a:cubicBezTo>
                      <a:pt x="25197" y="194880"/>
                      <a:pt x="0" y="169683"/>
                      <a:pt x="0" y="138601"/>
                    </a:cubicBezTo>
                    <a:lnTo>
                      <a:pt x="0" y="56279"/>
                    </a:lnTo>
                    <a:cubicBezTo>
                      <a:pt x="0" y="25197"/>
                      <a:pt x="25197" y="0"/>
                      <a:pt x="5627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8639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915017"/>
              <a:ext cx="12152312" cy="4010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soma = 0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 = int(input("Digite um número (0 para sair): "))</a:t>
              </a:r>
            </a:p>
            <a:p>
              <a:pPr algn="ctr">
                <a:lnSpc>
                  <a:spcPts val="2640"/>
                </a:lnSpc>
              </a:pPr>
            </a:p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num != 0: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soma += num</a:t>
              </a: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num =</a:t>
              </a: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int(input("Digite outro número (0 para sair): "))</a:t>
              </a: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print(f"Soma total: {soma}")</a:t>
              </a: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969138" y="161234"/>
              <a:ext cx="751220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somando até digitar 0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09891" y="-529364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5241" y="2514775"/>
            <a:ext cx="7801885" cy="5000646"/>
            <a:chOff x="0" y="0"/>
            <a:chExt cx="2054818" cy="13170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4818" cy="1317043"/>
            </a:xfrm>
            <a:custGeom>
              <a:avLst/>
              <a:gdLst/>
              <a:ahLst/>
              <a:cxnLst/>
              <a:rect r="r" b="b" t="t" l="l"/>
              <a:pathLst>
                <a:path h="1317043" w="2054818">
                  <a:moveTo>
                    <a:pt x="50608" y="0"/>
                  </a:moveTo>
                  <a:lnTo>
                    <a:pt x="2004210" y="0"/>
                  </a:lnTo>
                  <a:cubicBezTo>
                    <a:pt x="2017632" y="0"/>
                    <a:pt x="2030504" y="5332"/>
                    <a:pt x="2039995" y="14823"/>
                  </a:cubicBezTo>
                  <a:cubicBezTo>
                    <a:pt x="2049486" y="24314"/>
                    <a:pt x="2054818" y="37186"/>
                    <a:pt x="2054818" y="50608"/>
                  </a:cubicBezTo>
                  <a:lnTo>
                    <a:pt x="2054818" y="1266435"/>
                  </a:lnTo>
                  <a:cubicBezTo>
                    <a:pt x="2054818" y="1294385"/>
                    <a:pt x="2032160" y="1317043"/>
                    <a:pt x="2004210" y="1317043"/>
                  </a:cubicBezTo>
                  <a:lnTo>
                    <a:pt x="50608" y="1317043"/>
                  </a:lnTo>
                  <a:cubicBezTo>
                    <a:pt x="22658" y="1317043"/>
                    <a:pt x="0" y="1294385"/>
                    <a:pt x="0" y="1266435"/>
                  </a:cubicBezTo>
                  <a:lnTo>
                    <a:pt x="0" y="50608"/>
                  </a:lnTo>
                  <a:cubicBezTo>
                    <a:pt x="0" y="22658"/>
                    <a:pt x="22658" y="0"/>
                    <a:pt x="5060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54818" cy="1317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75117" y="2670980"/>
            <a:ext cx="7562133" cy="447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Escreva um programa que receba número </a:t>
            </a:r>
            <a:r>
              <a:rPr lang="en-US" sz="3200" u="sng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inteiro positivo N</a:t>
            </a:r>
            <a:r>
              <a:rPr lang="en-US" sz="32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e retorne 3 respostas diferentes: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soma de todos os números de 1 até N;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soma dos números pares;</a:t>
            </a:r>
          </a:p>
          <a:p>
            <a:pPr algn="l" marL="690887" indent="-345444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soma dos números ímpares.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96108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94857" y="3137935"/>
            <a:ext cx="3086100" cy="1292566"/>
            <a:chOff x="0" y="0"/>
            <a:chExt cx="812800" cy="3404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340429"/>
            </a:xfrm>
            <a:custGeom>
              <a:avLst/>
              <a:gdLst/>
              <a:ahLst/>
              <a:cxnLst/>
              <a:rect r="r" b="b" t="t" l="l"/>
              <a:pathLst>
                <a:path h="34042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12488"/>
                  </a:lnTo>
                  <a:cubicBezTo>
                    <a:pt x="812800" y="246420"/>
                    <a:pt x="799321" y="278962"/>
                    <a:pt x="775327" y="302956"/>
                  </a:cubicBezTo>
                  <a:cubicBezTo>
                    <a:pt x="751333" y="326950"/>
                    <a:pt x="718791" y="340429"/>
                    <a:pt x="684859" y="340429"/>
                  </a:cubicBezTo>
                  <a:lnTo>
                    <a:pt x="127941" y="340429"/>
                  </a:lnTo>
                  <a:cubicBezTo>
                    <a:pt x="94009" y="340429"/>
                    <a:pt x="61467" y="326950"/>
                    <a:pt x="37473" y="302956"/>
                  </a:cubicBezTo>
                  <a:cubicBezTo>
                    <a:pt x="13479" y="278962"/>
                    <a:pt x="0" y="246420"/>
                    <a:pt x="0" y="21248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12800" cy="340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94857" y="2931502"/>
            <a:ext cx="2583875" cy="655307"/>
            <a:chOff x="0" y="0"/>
            <a:chExt cx="3445167" cy="87374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04882" y="3259156"/>
            <a:ext cx="3086100" cy="2076805"/>
            <a:chOff x="0" y="0"/>
            <a:chExt cx="812800" cy="5469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546977"/>
            </a:xfrm>
            <a:custGeom>
              <a:avLst/>
              <a:gdLst/>
              <a:ahLst/>
              <a:cxnLst/>
              <a:rect r="r" b="b" t="t" l="l"/>
              <a:pathLst>
                <a:path h="54697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19037"/>
                  </a:lnTo>
                  <a:cubicBezTo>
                    <a:pt x="812800" y="452969"/>
                    <a:pt x="799321" y="485511"/>
                    <a:pt x="775327" y="509504"/>
                  </a:cubicBezTo>
                  <a:cubicBezTo>
                    <a:pt x="751333" y="533498"/>
                    <a:pt x="718791" y="546977"/>
                    <a:pt x="684859" y="546977"/>
                  </a:cubicBezTo>
                  <a:lnTo>
                    <a:pt x="127941" y="546977"/>
                  </a:lnTo>
                  <a:cubicBezTo>
                    <a:pt x="94009" y="546977"/>
                    <a:pt x="61467" y="533498"/>
                    <a:pt x="37473" y="509504"/>
                  </a:cubicBezTo>
                  <a:cubicBezTo>
                    <a:pt x="13479" y="485511"/>
                    <a:pt x="0" y="452969"/>
                    <a:pt x="0" y="41903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12800" cy="54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983469" y="2931502"/>
            <a:ext cx="2583875" cy="655307"/>
            <a:chOff x="0" y="0"/>
            <a:chExt cx="3445167" cy="87374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065273" y="3513713"/>
            <a:ext cx="27452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75298" y="3513713"/>
            <a:ext cx="274526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55</a:t>
            </a:r>
          </a:p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</a:t>
            </a: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</a:t>
            </a:r>
          </a:p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25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94857" y="6132713"/>
            <a:ext cx="3086100" cy="1292566"/>
            <a:chOff x="0" y="0"/>
            <a:chExt cx="812800" cy="3404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340429"/>
            </a:xfrm>
            <a:custGeom>
              <a:avLst/>
              <a:gdLst/>
              <a:ahLst/>
              <a:cxnLst/>
              <a:rect r="r" b="b" t="t" l="l"/>
              <a:pathLst>
                <a:path h="34042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12488"/>
                  </a:lnTo>
                  <a:cubicBezTo>
                    <a:pt x="812800" y="246420"/>
                    <a:pt x="799321" y="278962"/>
                    <a:pt x="775327" y="302956"/>
                  </a:cubicBezTo>
                  <a:cubicBezTo>
                    <a:pt x="751333" y="326950"/>
                    <a:pt x="718791" y="340429"/>
                    <a:pt x="684859" y="340429"/>
                  </a:cubicBezTo>
                  <a:lnTo>
                    <a:pt x="127941" y="340429"/>
                  </a:lnTo>
                  <a:cubicBezTo>
                    <a:pt x="94009" y="340429"/>
                    <a:pt x="61467" y="326950"/>
                    <a:pt x="37473" y="302956"/>
                  </a:cubicBezTo>
                  <a:cubicBezTo>
                    <a:pt x="13479" y="278962"/>
                    <a:pt x="0" y="246420"/>
                    <a:pt x="0" y="21248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12800" cy="340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94857" y="5926281"/>
            <a:ext cx="2583875" cy="655307"/>
            <a:chOff x="0" y="0"/>
            <a:chExt cx="3445167" cy="873742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904882" y="6253934"/>
            <a:ext cx="3086100" cy="2076805"/>
            <a:chOff x="0" y="0"/>
            <a:chExt cx="812800" cy="54697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546977"/>
            </a:xfrm>
            <a:custGeom>
              <a:avLst/>
              <a:gdLst/>
              <a:ahLst/>
              <a:cxnLst/>
              <a:rect r="r" b="b" t="t" l="l"/>
              <a:pathLst>
                <a:path h="54697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19037"/>
                  </a:lnTo>
                  <a:cubicBezTo>
                    <a:pt x="812800" y="452969"/>
                    <a:pt x="799321" y="485511"/>
                    <a:pt x="775327" y="509504"/>
                  </a:cubicBezTo>
                  <a:cubicBezTo>
                    <a:pt x="751333" y="533498"/>
                    <a:pt x="718791" y="546977"/>
                    <a:pt x="684859" y="546977"/>
                  </a:cubicBezTo>
                  <a:lnTo>
                    <a:pt x="127941" y="546977"/>
                  </a:lnTo>
                  <a:cubicBezTo>
                    <a:pt x="94009" y="546977"/>
                    <a:pt x="61467" y="533498"/>
                    <a:pt x="37473" y="509504"/>
                  </a:cubicBezTo>
                  <a:cubicBezTo>
                    <a:pt x="13479" y="485511"/>
                    <a:pt x="0" y="452969"/>
                    <a:pt x="0" y="41903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812800" cy="54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983469" y="5926281"/>
            <a:ext cx="2583875" cy="655307"/>
            <a:chOff x="0" y="0"/>
            <a:chExt cx="3445167" cy="873742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065273" y="6508491"/>
            <a:ext cx="27452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075298" y="6508491"/>
            <a:ext cx="274526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190</a:t>
            </a:r>
          </a:p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90</a:t>
            </a:r>
          </a:p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100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442794" y="7777984"/>
            <a:ext cx="3414332" cy="784606"/>
            <a:chOff x="0" y="0"/>
            <a:chExt cx="899248" cy="20664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9248" cy="206645"/>
            </a:xfrm>
            <a:custGeom>
              <a:avLst/>
              <a:gdLst/>
              <a:ahLst/>
              <a:cxnLst/>
              <a:rect r="r" b="b" t="t" l="l"/>
              <a:pathLst>
                <a:path h="206645" w="899248">
                  <a:moveTo>
                    <a:pt x="103323" y="0"/>
                  </a:moveTo>
                  <a:lnTo>
                    <a:pt x="795925" y="0"/>
                  </a:lnTo>
                  <a:cubicBezTo>
                    <a:pt x="823328" y="0"/>
                    <a:pt x="849609" y="10886"/>
                    <a:pt x="868986" y="30262"/>
                  </a:cubicBezTo>
                  <a:cubicBezTo>
                    <a:pt x="888362" y="49639"/>
                    <a:pt x="899248" y="75920"/>
                    <a:pt x="899248" y="103323"/>
                  </a:cubicBezTo>
                  <a:lnTo>
                    <a:pt x="899248" y="103323"/>
                  </a:lnTo>
                  <a:cubicBezTo>
                    <a:pt x="899248" y="160386"/>
                    <a:pt x="852989" y="206645"/>
                    <a:pt x="795925" y="206645"/>
                  </a:cubicBezTo>
                  <a:lnTo>
                    <a:pt x="103323" y="206645"/>
                  </a:lnTo>
                  <a:cubicBezTo>
                    <a:pt x="75920" y="206645"/>
                    <a:pt x="49639" y="195759"/>
                    <a:pt x="30262" y="176383"/>
                  </a:cubicBezTo>
                  <a:cubicBezTo>
                    <a:pt x="10886" y="157006"/>
                    <a:pt x="0" y="130725"/>
                    <a:pt x="0" y="103323"/>
                  </a:cubicBezTo>
                  <a:lnTo>
                    <a:pt x="0" y="103323"/>
                  </a:lnTo>
                  <a:cubicBezTo>
                    <a:pt x="0" y="75920"/>
                    <a:pt x="10886" y="49639"/>
                    <a:pt x="30262" y="30262"/>
                  </a:cubicBezTo>
                  <a:cubicBezTo>
                    <a:pt x="49639" y="10886"/>
                    <a:pt x="75920" y="0"/>
                    <a:pt x="10332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99248" cy="2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5668428" y="7856279"/>
            <a:ext cx="2963064" cy="57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UTILIZE FOR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6290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892121" y="1824658"/>
            <a:ext cx="10503758" cy="7871571"/>
          </a:xfrm>
          <a:custGeom>
            <a:avLst/>
            <a:gdLst/>
            <a:ahLst/>
            <a:cxnLst/>
            <a:rect r="r" b="b" t="t" l="l"/>
            <a:pathLst>
              <a:path h="7871571" w="10503758">
                <a:moveTo>
                  <a:pt x="0" y="0"/>
                </a:moveTo>
                <a:lnTo>
                  <a:pt x="10503758" y="0"/>
                </a:lnTo>
                <a:lnTo>
                  <a:pt x="10503758" y="7871571"/>
                </a:lnTo>
                <a:lnTo>
                  <a:pt x="0" y="787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158" t="-52615" r="-146275" b="-7889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1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09891" y="-529364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5241" y="2514775"/>
            <a:ext cx="7801885" cy="4531561"/>
            <a:chOff x="0" y="0"/>
            <a:chExt cx="2054818" cy="11934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4818" cy="1193497"/>
            </a:xfrm>
            <a:custGeom>
              <a:avLst/>
              <a:gdLst/>
              <a:ahLst/>
              <a:cxnLst/>
              <a:rect r="r" b="b" t="t" l="l"/>
              <a:pathLst>
                <a:path h="1193497" w="2054818">
                  <a:moveTo>
                    <a:pt x="50608" y="0"/>
                  </a:moveTo>
                  <a:lnTo>
                    <a:pt x="2004210" y="0"/>
                  </a:lnTo>
                  <a:cubicBezTo>
                    <a:pt x="2017632" y="0"/>
                    <a:pt x="2030504" y="5332"/>
                    <a:pt x="2039995" y="14823"/>
                  </a:cubicBezTo>
                  <a:cubicBezTo>
                    <a:pt x="2049486" y="24314"/>
                    <a:pt x="2054818" y="37186"/>
                    <a:pt x="2054818" y="50608"/>
                  </a:cubicBezTo>
                  <a:lnTo>
                    <a:pt x="2054818" y="1142889"/>
                  </a:lnTo>
                  <a:cubicBezTo>
                    <a:pt x="2054818" y="1170839"/>
                    <a:pt x="2032160" y="1193497"/>
                    <a:pt x="2004210" y="1193497"/>
                  </a:cubicBezTo>
                  <a:lnTo>
                    <a:pt x="50608" y="1193497"/>
                  </a:lnTo>
                  <a:cubicBezTo>
                    <a:pt x="22658" y="1193497"/>
                    <a:pt x="0" y="1170839"/>
                    <a:pt x="0" y="1142889"/>
                  </a:cubicBezTo>
                  <a:lnTo>
                    <a:pt x="0" y="50608"/>
                  </a:lnTo>
                  <a:cubicBezTo>
                    <a:pt x="0" y="22658"/>
                    <a:pt x="22658" y="0"/>
                    <a:pt x="5060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54818" cy="1193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13217" y="2670980"/>
            <a:ext cx="7562133" cy="417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Calcule a potência de um número </a:t>
            </a:r>
            <a:r>
              <a:rPr lang="en-US" b="true" sz="3400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(base)</a:t>
            </a: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elevado a um </a:t>
            </a:r>
            <a:r>
              <a:rPr lang="en-US" b="true" sz="3400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expoente</a:t>
            </a: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, usando apenas multiplicação dentro de um laço. A base e o expoente devem ser digitados pelo usuário.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96108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94857" y="3137935"/>
            <a:ext cx="3086100" cy="1642621"/>
            <a:chOff x="0" y="0"/>
            <a:chExt cx="812800" cy="4326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32625"/>
            </a:xfrm>
            <a:custGeom>
              <a:avLst/>
              <a:gdLst/>
              <a:ahLst/>
              <a:cxnLst/>
              <a:rect r="r" b="b" t="t" l="l"/>
              <a:pathLst>
                <a:path h="43262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04684"/>
                  </a:lnTo>
                  <a:cubicBezTo>
                    <a:pt x="812800" y="338616"/>
                    <a:pt x="799321" y="371158"/>
                    <a:pt x="775327" y="395152"/>
                  </a:cubicBezTo>
                  <a:cubicBezTo>
                    <a:pt x="751333" y="419145"/>
                    <a:pt x="718791" y="432625"/>
                    <a:pt x="684859" y="432625"/>
                  </a:cubicBezTo>
                  <a:lnTo>
                    <a:pt x="127941" y="432625"/>
                  </a:lnTo>
                  <a:cubicBezTo>
                    <a:pt x="94009" y="432625"/>
                    <a:pt x="61467" y="419145"/>
                    <a:pt x="37473" y="395152"/>
                  </a:cubicBezTo>
                  <a:cubicBezTo>
                    <a:pt x="13479" y="371158"/>
                    <a:pt x="0" y="338616"/>
                    <a:pt x="0" y="30468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12800" cy="43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94857" y="2931502"/>
            <a:ext cx="2583875" cy="655307"/>
            <a:chOff x="0" y="0"/>
            <a:chExt cx="3445167" cy="87374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08449" y="3259156"/>
            <a:ext cx="4468326" cy="1140428"/>
            <a:chOff x="0" y="0"/>
            <a:chExt cx="1176843" cy="300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6843" cy="300360"/>
            </a:xfrm>
            <a:custGeom>
              <a:avLst/>
              <a:gdLst/>
              <a:ahLst/>
              <a:cxnLst/>
              <a:rect r="r" b="b" t="t" l="l"/>
              <a:pathLst>
                <a:path h="300360" w="1176843">
                  <a:moveTo>
                    <a:pt x="88364" y="0"/>
                  </a:moveTo>
                  <a:lnTo>
                    <a:pt x="1088479" y="0"/>
                  </a:lnTo>
                  <a:cubicBezTo>
                    <a:pt x="1137281" y="0"/>
                    <a:pt x="1176843" y="39562"/>
                    <a:pt x="1176843" y="88364"/>
                  </a:cubicBezTo>
                  <a:lnTo>
                    <a:pt x="1176843" y="211996"/>
                  </a:lnTo>
                  <a:cubicBezTo>
                    <a:pt x="1176843" y="260798"/>
                    <a:pt x="1137281" y="300360"/>
                    <a:pt x="1088479" y="300360"/>
                  </a:cubicBezTo>
                  <a:lnTo>
                    <a:pt x="88364" y="300360"/>
                  </a:lnTo>
                  <a:cubicBezTo>
                    <a:pt x="39562" y="300360"/>
                    <a:pt x="0" y="260798"/>
                    <a:pt x="0" y="211996"/>
                  </a:cubicBezTo>
                  <a:lnTo>
                    <a:pt x="0" y="88364"/>
                  </a:lnTo>
                  <a:cubicBezTo>
                    <a:pt x="0" y="39562"/>
                    <a:pt x="39562" y="0"/>
                    <a:pt x="88364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76843" cy="300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87036" y="2931502"/>
            <a:ext cx="2583875" cy="655307"/>
            <a:chOff x="0" y="0"/>
            <a:chExt cx="3445167" cy="87374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065273" y="3513713"/>
            <a:ext cx="274526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93657" y="3554353"/>
            <a:ext cx="421270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 elevado a 5 = 32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94857" y="6132713"/>
            <a:ext cx="3086100" cy="1684869"/>
            <a:chOff x="0" y="0"/>
            <a:chExt cx="812800" cy="443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43752"/>
            </a:xfrm>
            <a:custGeom>
              <a:avLst/>
              <a:gdLst/>
              <a:ahLst/>
              <a:cxnLst/>
              <a:rect r="r" b="b" t="t" l="l"/>
              <a:pathLst>
                <a:path h="44375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15811"/>
                  </a:lnTo>
                  <a:cubicBezTo>
                    <a:pt x="812800" y="349743"/>
                    <a:pt x="799321" y="382285"/>
                    <a:pt x="775327" y="406279"/>
                  </a:cubicBezTo>
                  <a:cubicBezTo>
                    <a:pt x="751333" y="430272"/>
                    <a:pt x="718791" y="443752"/>
                    <a:pt x="684859" y="443752"/>
                  </a:cubicBezTo>
                  <a:lnTo>
                    <a:pt x="127941" y="443752"/>
                  </a:lnTo>
                  <a:cubicBezTo>
                    <a:pt x="94009" y="443752"/>
                    <a:pt x="61467" y="430272"/>
                    <a:pt x="37473" y="406279"/>
                  </a:cubicBezTo>
                  <a:cubicBezTo>
                    <a:pt x="13479" y="382285"/>
                    <a:pt x="0" y="349743"/>
                    <a:pt x="0" y="31581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12800" cy="44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94857" y="5926281"/>
            <a:ext cx="2583875" cy="655307"/>
            <a:chOff x="0" y="0"/>
            <a:chExt cx="3445167" cy="873742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578865" y="6284852"/>
            <a:ext cx="4297910" cy="1140428"/>
            <a:chOff x="0" y="0"/>
            <a:chExt cx="1131960" cy="300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1960" cy="300360"/>
            </a:xfrm>
            <a:custGeom>
              <a:avLst/>
              <a:gdLst/>
              <a:ahLst/>
              <a:cxnLst/>
              <a:rect r="r" b="b" t="t" l="l"/>
              <a:pathLst>
                <a:path h="300360" w="1131960">
                  <a:moveTo>
                    <a:pt x="91867" y="0"/>
                  </a:moveTo>
                  <a:lnTo>
                    <a:pt x="1040092" y="0"/>
                  </a:lnTo>
                  <a:cubicBezTo>
                    <a:pt x="1090829" y="0"/>
                    <a:pt x="1131960" y="41130"/>
                    <a:pt x="1131960" y="91867"/>
                  </a:cubicBezTo>
                  <a:lnTo>
                    <a:pt x="1131960" y="208492"/>
                  </a:lnTo>
                  <a:cubicBezTo>
                    <a:pt x="1131960" y="259229"/>
                    <a:pt x="1090829" y="300360"/>
                    <a:pt x="1040092" y="300360"/>
                  </a:cubicBezTo>
                  <a:lnTo>
                    <a:pt x="91867" y="300360"/>
                  </a:lnTo>
                  <a:cubicBezTo>
                    <a:pt x="41130" y="300360"/>
                    <a:pt x="0" y="259229"/>
                    <a:pt x="0" y="208492"/>
                  </a:cubicBezTo>
                  <a:lnTo>
                    <a:pt x="0" y="91867"/>
                  </a:lnTo>
                  <a:cubicBezTo>
                    <a:pt x="0" y="41130"/>
                    <a:pt x="41130" y="0"/>
                    <a:pt x="9186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131960" cy="300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630994" y="6573015"/>
            <a:ext cx="421270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4 elevado a 3 = 64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926319" y="5926281"/>
            <a:ext cx="2583875" cy="655307"/>
            <a:chOff x="0" y="0"/>
            <a:chExt cx="3445167" cy="873742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065273" y="6508491"/>
            <a:ext cx="274526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4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4956183" y="7425279"/>
            <a:ext cx="3949948" cy="812796"/>
            <a:chOff x="0" y="0"/>
            <a:chExt cx="1040315" cy="2140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0315" cy="214070"/>
            </a:xfrm>
            <a:custGeom>
              <a:avLst/>
              <a:gdLst/>
              <a:ahLst/>
              <a:cxnLst/>
              <a:rect r="r" b="b" t="t" l="l"/>
              <a:pathLst>
                <a:path h="214070" w="1040315">
                  <a:moveTo>
                    <a:pt x="99960" y="0"/>
                  </a:moveTo>
                  <a:lnTo>
                    <a:pt x="940355" y="0"/>
                  </a:lnTo>
                  <a:cubicBezTo>
                    <a:pt x="966866" y="0"/>
                    <a:pt x="992291" y="10532"/>
                    <a:pt x="1011038" y="29278"/>
                  </a:cubicBezTo>
                  <a:cubicBezTo>
                    <a:pt x="1029784" y="48024"/>
                    <a:pt x="1040315" y="73449"/>
                    <a:pt x="1040315" y="99960"/>
                  </a:cubicBezTo>
                  <a:lnTo>
                    <a:pt x="1040315" y="114109"/>
                  </a:lnTo>
                  <a:cubicBezTo>
                    <a:pt x="1040315" y="140621"/>
                    <a:pt x="1029784" y="166046"/>
                    <a:pt x="1011038" y="184792"/>
                  </a:cubicBezTo>
                  <a:cubicBezTo>
                    <a:pt x="992291" y="203538"/>
                    <a:pt x="966866" y="214070"/>
                    <a:pt x="940355" y="214070"/>
                  </a:cubicBezTo>
                  <a:lnTo>
                    <a:pt x="99960" y="214070"/>
                  </a:lnTo>
                  <a:cubicBezTo>
                    <a:pt x="73449" y="214070"/>
                    <a:pt x="48024" y="203538"/>
                    <a:pt x="29278" y="184792"/>
                  </a:cubicBezTo>
                  <a:cubicBezTo>
                    <a:pt x="10532" y="166046"/>
                    <a:pt x="0" y="140621"/>
                    <a:pt x="0" y="114109"/>
                  </a:cubicBezTo>
                  <a:lnTo>
                    <a:pt x="0" y="99960"/>
                  </a:lnTo>
                  <a:cubicBezTo>
                    <a:pt x="0" y="73449"/>
                    <a:pt x="10532" y="48024"/>
                    <a:pt x="29278" y="29278"/>
                  </a:cubicBezTo>
                  <a:cubicBezTo>
                    <a:pt x="48024" y="10532"/>
                    <a:pt x="73449" y="0"/>
                    <a:pt x="99960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040315" cy="214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5193371" y="7503575"/>
            <a:ext cx="3475572" cy="57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UTILIZE WHILE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6290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686639" y="2351246"/>
            <a:ext cx="12914721" cy="6130406"/>
          </a:xfrm>
          <a:custGeom>
            <a:avLst/>
            <a:gdLst/>
            <a:ahLst/>
            <a:cxnLst/>
            <a:rect r="r" b="b" t="t" l="l"/>
            <a:pathLst>
              <a:path h="6130406" w="12914721">
                <a:moveTo>
                  <a:pt x="0" y="0"/>
                </a:moveTo>
                <a:lnTo>
                  <a:pt x="12914722" y="0"/>
                </a:lnTo>
                <a:lnTo>
                  <a:pt x="12914722" y="6130405"/>
                </a:lnTo>
                <a:lnTo>
                  <a:pt x="0" y="6130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1948" t="-68392" r="-101780" b="-13227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09891" y="-529364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5241" y="2514775"/>
            <a:ext cx="7801885" cy="5000646"/>
            <a:chOff x="0" y="0"/>
            <a:chExt cx="2054818" cy="13170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4818" cy="1317043"/>
            </a:xfrm>
            <a:custGeom>
              <a:avLst/>
              <a:gdLst/>
              <a:ahLst/>
              <a:cxnLst/>
              <a:rect r="r" b="b" t="t" l="l"/>
              <a:pathLst>
                <a:path h="1317043" w="2054818">
                  <a:moveTo>
                    <a:pt x="50608" y="0"/>
                  </a:moveTo>
                  <a:lnTo>
                    <a:pt x="2004210" y="0"/>
                  </a:lnTo>
                  <a:cubicBezTo>
                    <a:pt x="2017632" y="0"/>
                    <a:pt x="2030504" y="5332"/>
                    <a:pt x="2039995" y="14823"/>
                  </a:cubicBezTo>
                  <a:cubicBezTo>
                    <a:pt x="2049486" y="24314"/>
                    <a:pt x="2054818" y="37186"/>
                    <a:pt x="2054818" y="50608"/>
                  </a:cubicBezTo>
                  <a:lnTo>
                    <a:pt x="2054818" y="1266435"/>
                  </a:lnTo>
                  <a:cubicBezTo>
                    <a:pt x="2054818" y="1294385"/>
                    <a:pt x="2032160" y="1317043"/>
                    <a:pt x="2004210" y="1317043"/>
                  </a:cubicBezTo>
                  <a:lnTo>
                    <a:pt x="50608" y="1317043"/>
                  </a:lnTo>
                  <a:cubicBezTo>
                    <a:pt x="22658" y="1317043"/>
                    <a:pt x="0" y="1294385"/>
                    <a:pt x="0" y="1266435"/>
                  </a:cubicBezTo>
                  <a:lnTo>
                    <a:pt x="0" y="50608"/>
                  </a:lnTo>
                  <a:cubicBezTo>
                    <a:pt x="0" y="22658"/>
                    <a:pt x="22658" y="0"/>
                    <a:pt x="5060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54818" cy="1317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61149" y="3031676"/>
            <a:ext cx="7562133" cy="33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Escreva um programa que receba um número </a:t>
            </a:r>
            <a:r>
              <a:rPr lang="en-US" sz="3200" u="none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inteiro positivo N</a:t>
            </a:r>
            <a:r>
              <a:rPr lang="en-US" sz="32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e calcule:</a:t>
            </a:r>
          </a:p>
          <a:p>
            <a:pPr algn="l" marL="690887" indent="-345444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produto (multiplicação) de todos os números de 1 até 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96108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94857" y="3137935"/>
            <a:ext cx="3086100" cy="1292566"/>
            <a:chOff x="0" y="0"/>
            <a:chExt cx="812800" cy="3404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340429"/>
            </a:xfrm>
            <a:custGeom>
              <a:avLst/>
              <a:gdLst/>
              <a:ahLst/>
              <a:cxnLst/>
              <a:rect r="r" b="b" t="t" l="l"/>
              <a:pathLst>
                <a:path h="34042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12488"/>
                  </a:lnTo>
                  <a:cubicBezTo>
                    <a:pt x="812800" y="246420"/>
                    <a:pt x="799321" y="278962"/>
                    <a:pt x="775327" y="302956"/>
                  </a:cubicBezTo>
                  <a:cubicBezTo>
                    <a:pt x="751333" y="326950"/>
                    <a:pt x="718791" y="340429"/>
                    <a:pt x="684859" y="340429"/>
                  </a:cubicBezTo>
                  <a:lnTo>
                    <a:pt x="127941" y="340429"/>
                  </a:lnTo>
                  <a:cubicBezTo>
                    <a:pt x="94009" y="340429"/>
                    <a:pt x="61467" y="326950"/>
                    <a:pt x="37473" y="302956"/>
                  </a:cubicBezTo>
                  <a:cubicBezTo>
                    <a:pt x="13479" y="278962"/>
                    <a:pt x="0" y="246420"/>
                    <a:pt x="0" y="21248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12800" cy="340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94857" y="2931502"/>
            <a:ext cx="2583875" cy="655307"/>
            <a:chOff x="0" y="0"/>
            <a:chExt cx="3445167" cy="87374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04882" y="3259156"/>
            <a:ext cx="3086100" cy="2076805"/>
            <a:chOff x="0" y="0"/>
            <a:chExt cx="812800" cy="5469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546977"/>
            </a:xfrm>
            <a:custGeom>
              <a:avLst/>
              <a:gdLst/>
              <a:ahLst/>
              <a:cxnLst/>
              <a:rect r="r" b="b" t="t" l="l"/>
              <a:pathLst>
                <a:path h="54697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19037"/>
                  </a:lnTo>
                  <a:cubicBezTo>
                    <a:pt x="812800" y="452969"/>
                    <a:pt x="799321" y="485511"/>
                    <a:pt x="775327" y="509504"/>
                  </a:cubicBezTo>
                  <a:cubicBezTo>
                    <a:pt x="751333" y="533498"/>
                    <a:pt x="718791" y="546977"/>
                    <a:pt x="684859" y="546977"/>
                  </a:cubicBezTo>
                  <a:lnTo>
                    <a:pt x="127941" y="546977"/>
                  </a:lnTo>
                  <a:cubicBezTo>
                    <a:pt x="94009" y="546977"/>
                    <a:pt x="61467" y="533498"/>
                    <a:pt x="37473" y="509504"/>
                  </a:cubicBezTo>
                  <a:cubicBezTo>
                    <a:pt x="13479" y="485511"/>
                    <a:pt x="0" y="452969"/>
                    <a:pt x="0" y="41903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12800" cy="54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983469" y="2931502"/>
            <a:ext cx="2583875" cy="655307"/>
            <a:chOff x="0" y="0"/>
            <a:chExt cx="3445167" cy="87374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065273" y="3727068"/>
            <a:ext cx="27452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442794" y="7777984"/>
            <a:ext cx="3414332" cy="784606"/>
            <a:chOff x="0" y="0"/>
            <a:chExt cx="899248" cy="2066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9248" cy="206645"/>
            </a:xfrm>
            <a:custGeom>
              <a:avLst/>
              <a:gdLst/>
              <a:ahLst/>
              <a:cxnLst/>
              <a:rect r="r" b="b" t="t" l="l"/>
              <a:pathLst>
                <a:path h="206645" w="899248">
                  <a:moveTo>
                    <a:pt x="103323" y="0"/>
                  </a:moveTo>
                  <a:lnTo>
                    <a:pt x="795925" y="0"/>
                  </a:lnTo>
                  <a:cubicBezTo>
                    <a:pt x="823328" y="0"/>
                    <a:pt x="849609" y="10886"/>
                    <a:pt x="868986" y="30262"/>
                  </a:cubicBezTo>
                  <a:cubicBezTo>
                    <a:pt x="888362" y="49639"/>
                    <a:pt x="899248" y="75920"/>
                    <a:pt x="899248" y="103323"/>
                  </a:cubicBezTo>
                  <a:lnTo>
                    <a:pt x="899248" y="103323"/>
                  </a:lnTo>
                  <a:cubicBezTo>
                    <a:pt x="899248" y="160386"/>
                    <a:pt x="852989" y="206645"/>
                    <a:pt x="795925" y="206645"/>
                  </a:cubicBezTo>
                  <a:lnTo>
                    <a:pt x="103323" y="206645"/>
                  </a:lnTo>
                  <a:cubicBezTo>
                    <a:pt x="75920" y="206645"/>
                    <a:pt x="49639" y="195759"/>
                    <a:pt x="30262" y="176383"/>
                  </a:cubicBezTo>
                  <a:cubicBezTo>
                    <a:pt x="10886" y="157006"/>
                    <a:pt x="0" y="130725"/>
                    <a:pt x="0" y="103323"/>
                  </a:cubicBezTo>
                  <a:lnTo>
                    <a:pt x="0" y="103323"/>
                  </a:lnTo>
                  <a:cubicBezTo>
                    <a:pt x="0" y="75920"/>
                    <a:pt x="10886" y="49639"/>
                    <a:pt x="30262" y="30262"/>
                  </a:cubicBezTo>
                  <a:cubicBezTo>
                    <a:pt x="49639" y="10886"/>
                    <a:pt x="75920" y="0"/>
                    <a:pt x="10332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99248" cy="2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668428" y="7856279"/>
            <a:ext cx="2963064" cy="57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UTILIZE FOR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75298" y="3892656"/>
            <a:ext cx="27452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120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6290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2549951"/>
            <a:ext cx="16230600" cy="5187099"/>
          </a:xfrm>
          <a:custGeom>
            <a:avLst/>
            <a:gdLst/>
            <a:ahLst/>
            <a:cxnLst/>
            <a:rect r="r" b="b" t="t" l="l"/>
            <a:pathLst>
              <a:path h="5187099" w="16230600">
                <a:moveTo>
                  <a:pt x="0" y="0"/>
                </a:moveTo>
                <a:lnTo>
                  <a:pt x="16230600" y="0"/>
                </a:lnTo>
                <a:lnTo>
                  <a:pt x="16230600" y="5187098"/>
                </a:lnTo>
                <a:lnTo>
                  <a:pt x="0" y="518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09891" y="-529364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5241" y="2514775"/>
            <a:ext cx="7801885" cy="4355737"/>
            <a:chOff x="0" y="0"/>
            <a:chExt cx="2054818" cy="1147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4818" cy="1147190"/>
            </a:xfrm>
            <a:custGeom>
              <a:avLst/>
              <a:gdLst/>
              <a:ahLst/>
              <a:cxnLst/>
              <a:rect r="r" b="b" t="t" l="l"/>
              <a:pathLst>
                <a:path h="1147190" w="2054818">
                  <a:moveTo>
                    <a:pt x="50608" y="0"/>
                  </a:moveTo>
                  <a:lnTo>
                    <a:pt x="2004210" y="0"/>
                  </a:lnTo>
                  <a:cubicBezTo>
                    <a:pt x="2017632" y="0"/>
                    <a:pt x="2030504" y="5332"/>
                    <a:pt x="2039995" y="14823"/>
                  </a:cubicBezTo>
                  <a:cubicBezTo>
                    <a:pt x="2049486" y="24314"/>
                    <a:pt x="2054818" y="37186"/>
                    <a:pt x="2054818" y="50608"/>
                  </a:cubicBezTo>
                  <a:lnTo>
                    <a:pt x="2054818" y="1096582"/>
                  </a:lnTo>
                  <a:cubicBezTo>
                    <a:pt x="2054818" y="1124532"/>
                    <a:pt x="2032160" y="1147190"/>
                    <a:pt x="2004210" y="1147190"/>
                  </a:cubicBezTo>
                  <a:lnTo>
                    <a:pt x="50608" y="1147190"/>
                  </a:lnTo>
                  <a:cubicBezTo>
                    <a:pt x="22658" y="1147190"/>
                    <a:pt x="0" y="1124532"/>
                    <a:pt x="0" y="1096582"/>
                  </a:cubicBezTo>
                  <a:lnTo>
                    <a:pt x="0" y="50608"/>
                  </a:lnTo>
                  <a:cubicBezTo>
                    <a:pt x="0" y="22658"/>
                    <a:pt x="22658" y="0"/>
                    <a:pt x="5060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54818" cy="1147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37349" y="2578412"/>
            <a:ext cx="7562133" cy="417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Crie um programa que pergunta ao usuário o </a:t>
            </a:r>
            <a:r>
              <a:rPr lang="en-US" sz="3400" u="sng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 de 5 despesas</a:t>
            </a: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fixas do mês. O programa deve retornar:</a:t>
            </a:r>
          </a:p>
          <a:p>
            <a:pPr algn="l" marL="734066" indent="-367033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gasto total do mês;</a:t>
            </a:r>
          </a:p>
          <a:p>
            <a:pPr algn="l" marL="734066" indent="-367033" lvl="1">
              <a:lnSpc>
                <a:spcPts val="47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valor da despesa mais cara.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96108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305247" y="3140740"/>
            <a:ext cx="3912345" cy="3396032"/>
            <a:chOff x="0" y="0"/>
            <a:chExt cx="1030412" cy="8944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0412" cy="894428"/>
            </a:xfrm>
            <a:custGeom>
              <a:avLst/>
              <a:gdLst/>
              <a:ahLst/>
              <a:cxnLst/>
              <a:rect r="r" b="b" t="t" l="l"/>
              <a:pathLst>
                <a:path h="894428" w="1030412">
                  <a:moveTo>
                    <a:pt x="100921" y="0"/>
                  </a:moveTo>
                  <a:lnTo>
                    <a:pt x="929491" y="0"/>
                  </a:lnTo>
                  <a:cubicBezTo>
                    <a:pt x="985228" y="0"/>
                    <a:pt x="1030412" y="45184"/>
                    <a:pt x="1030412" y="100921"/>
                  </a:cubicBezTo>
                  <a:lnTo>
                    <a:pt x="1030412" y="793507"/>
                  </a:lnTo>
                  <a:cubicBezTo>
                    <a:pt x="1030412" y="820273"/>
                    <a:pt x="1019779" y="845943"/>
                    <a:pt x="1000853" y="864869"/>
                  </a:cubicBezTo>
                  <a:cubicBezTo>
                    <a:pt x="981927" y="883795"/>
                    <a:pt x="956257" y="894428"/>
                    <a:pt x="929491" y="894428"/>
                  </a:cubicBezTo>
                  <a:lnTo>
                    <a:pt x="100921" y="894428"/>
                  </a:lnTo>
                  <a:cubicBezTo>
                    <a:pt x="74155" y="894428"/>
                    <a:pt x="48485" y="883795"/>
                    <a:pt x="29559" y="864869"/>
                  </a:cubicBezTo>
                  <a:cubicBezTo>
                    <a:pt x="10633" y="845943"/>
                    <a:pt x="0" y="820273"/>
                    <a:pt x="0" y="793507"/>
                  </a:cubicBezTo>
                  <a:lnTo>
                    <a:pt x="0" y="100921"/>
                  </a:lnTo>
                  <a:cubicBezTo>
                    <a:pt x="0" y="74155"/>
                    <a:pt x="10633" y="48485"/>
                    <a:pt x="29559" y="29559"/>
                  </a:cubicBezTo>
                  <a:cubicBezTo>
                    <a:pt x="48485" y="10633"/>
                    <a:pt x="74155" y="0"/>
                    <a:pt x="100921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30412" cy="894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05247" y="2934308"/>
            <a:ext cx="2583875" cy="655307"/>
            <a:chOff x="0" y="0"/>
            <a:chExt cx="3445167" cy="87374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05247" y="7210942"/>
            <a:ext cx="6144665" cy="1632423"/>
            <a:chOff x="0" y="0"/>
            <a:chExt cx="1618348" cy="4299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18348" cy="429938"/>
            </a:xfrm>
            <a:custGeom>
              <a:avLst/>
              <a:gdLst/>
              <a:ahLst/>
              <a:cxnLst/>
              <a:rect r="r" b="b" t="t" l="l"/>
              <a:pathLst>
                <a:path h="429938" w="1618348">
                  <a:moveTo>
                    <a:pt x="64257" y="0"/>
                  </a:moveTo>
                  <a:lnTo>
                    <a:pt x="1554091" y="0"/>
                  </a:lnTo>
                  <a:cubicBezTo>
                    <a:pt x="1571133" y="0"/>
                    <a:pt x="1587477" y="6770"/>
                    <a:pt x="1599527" y="18820"/>
                  </a:cubicBezTo>
                  <a:cubicBezTo>
                    <a:pt x="1611578" y="30871"/>
                    <a:pt x="1618348" y="47215"/>
                    <a:pt x="1618348" y="64257"/>
                  </a:cubicBezTo>
                  <a:lnTo>
                    <a:pt x="1618348" y="365681"/>
                  </a:lnTo>
                  <a:cubicBezTo>
                    <a:pt x="1618348" y="401170"/>
                    <a:pt x="1589579" y="429938"/>
                    <a:pt x="1554091" y="429938"/>
                  </a:cubicBezTo>
                  <a:lnTo>
                    <a:pt x="64257" y="429938"/>
                  </a:lnTo>
                  <a:cubicBezTo>
                    <a:pt x="47215" y="429938"/>
                    <a:pt x="30871" y="423169"/>
                    <a:pt x="18820" y="411118"/>
                  </a:cubicBezTo>
                  <a:cubicBezTo>
                    <a:pt x="6770" y="399068"/>
                    <a:pt x="0" y="382723"/>
                    <a:pt x="0" y="365681"/>
                  </a:cubicBezTo>
                  <a:lnTo>
                    <a:pt x="0" y="64257"/>
                  </a:lnTo>
                  <a:cubicBezTo>
                    <a:pt x="0" y="47215"/>
                    <a:pt x="6770" y="30871"/>
                    <a:pt x="18820" y="18820"/>
                  </a:cubicBezTo>
                  <a:cubicBezTo>
                    <a:pt x="30871" y="6770"/>
                    <a:pt x="47215" y="0"/>
                    <a:pt x="64257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618348" cy="429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83834" y="6883289"/>
            <a:ext cx="2583875" cy="655307"/>
            <a:chOff x="0" y="0"/>
            <a:chExt cx="3445167" cy="87374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475663" y="3561040"/>
            <a:ext cx="3741930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Despesa 1: 200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Despesa 2: 40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Despesa 3: 230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Despesa 4: 160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Despesa 5: 70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13763" y="7506140"/>
            <a:ext cx="6059457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Gasto Total: R$ 700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Despesa Mais Cara: R$ 230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907178" y="7201913"/>
            <a:ext cx="3949948" cy="1249235"/>
            <a:chOff x="0" y="0"/>
            <a:chExt cx="1040315" cy="3290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0315" cy="329017"/>
            </a:xfrm>
            <a:custGeom>
              <a:avLst/>
              <a:gdLst/>
              <a:ahLst/>
              <a:cxnLst/>
              <a:rect r="r" b="b" t="t" l="l"/>
              <a:pathLst>
                <a:path h="329017" w="1040315">
                  <a:moveTo>
                    <a:pt x="99960" y="0"/>
                  </a:moveTo>
                  <a:lnTo>
                    <a:pt x="940355" y="0"/>
                  </a:lnTo>
                  <a:cubicBezTo>
                    <a:pt x="966866" y="0"/>
                    <a:pt x="992291" y="10532"/>
                    <a:pt x="1011038" y="29278"/>
                  </a:cubicBezTo>
                  <a:cubicBezTo>
                    <a:pt x="1029784" y="48024"/>
                    <a:pt x="1040315" y="73449"/>
                    <a:pt x="1040315" y="99960"/>
                  </a:cubicBezTo>
                  <a:lnTo>
                    <a:pt x="1040315" y="229056"/>
                  </a:lnTo>
                  <a:cubicBezTo>
                    <a:pt x="1040315" y="255567"/>
                    <a:pt x="1029784" y="280993"/>
                    <a:pt x="1011038" y="299739"/>
                  </a:cubicBezTo>
                  <a:cubicBezTo>
                    <a:pt x="992291" y="318485"/>
                    <a:pt x="966866" y="329017"/>
                    <a:pt x="940355" y="329017"/>
                  </a:cubicBezTo>
                  <a:lnTo>
                    <a:pt x="99960" y="329017"/>
                  </a:lnTo>
                  <a:cubicBezTo>
                    <a:pt x="73449" y="329017"/>
                    <a:pt x="48024" y="318485"/>
                    <a:pt x="29278" y="299739"/>
                  </a:cubicBezTo>
                  <a:cubicBezTo>
                    <a:pt x="10532" y="280993"/>
                    <a:pt x="0" y="255567"/>
                    <a:pt x="0" y="229056"/>
                  </a:cubicBezTo>
                  <a:lnTo>
                    <a:pt x="0" y="99960"/>
                  </a:lnTo>
                  <a:cubicBezTo>
                    <a:pt x="0" y="73449"/>
                    <a:pt x="10532" y="48024"/>
                    <a:pt x="29278" y="29278"/>
                  </a:cubicBezTo>
                  <a:cubicBezTo>
                    <a:pt x="48024" y="10532"/>
                    <a:pt x="73449" y="0"/>
                    <a:pt x="99960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40315" cy="32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144366" y="7251634"/>
            <a:ext cx="3475572" cy="11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UTILIZE WHILE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 FOR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6290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755857" y="1727439"/>
            <a:ext cx="10776285" cy="7828580"/>
          </a:xfrm>
          <a:custGeom>
            <a:avLst/>
            <a:gdLst/>
            <a:ahLst/>
            <a:cxnLst/>
            <a:rect r="r" b="b" t="t" l="l"/>
            <a:pathLst>
              <a:path h="7828580" w="10776285">
                <a:moveTo>
                  <a:pt x="0" y="0"/>
                </a:moveTo>
                <a:lnTo>
                  <a:pt x="10776286" y="0"/>
                </a:lnTo>
                <a:lnTo>
                  <a:pt x="10776286" y="7828580"/>
                </a:lnTo>
                <a:lnTo>
                  <a:pt x="0" y="7828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530" t="-43206" r="-96604" b="-481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09891" y="-529364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5241" y="2514775"/>
            <a:ext cx="7801885" cy="5093536"/>
            <a:chOff x="0" y="0"/>
            <a:chExt cx="2054818" cy="13415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4818" cy="1341507"/>
            </a:xfrm>
            <a:custGeom>
              <a:avLst/>
              <a:gdLst/>
              <a:ahLst/>
              <a:cxnLst/>
              <a:rect r="r" b="b" t="t" l="l"/>
              <a:pathLst>
                <a:path h="1341507" w="2054818">
                  <a:moveTo>
                    <a:pt x="50608" y="0"/>
                  </a:moveTo>
                  <a:lnTo>
                    <a:pt x="2004210" y="0"/>
                  </a:lnTo>
                  <a:cubicBezTo>
                    <a:pt x="2017632" y="0"/>
                    <a:pt x="2030504" y="5332"/>
                    <a:pt x="2039995" y="14823"/>
                  </a:cubicBezTo>
                  <a:cubicBezTo>
                    <a:pt x="2049486" y="24314"/>
                    <a:pt x="2054818" y="37186"/>
                    <a:pt x="2054818" y="50608"/>
                  </a:cubicBezTo>
                  <a:lnTo>
                    <a:pt x="2054818" y="1290899"/>
                  </a:lnTo>
                  <a:cubicBezTo>
                    <a:pt x="2054818" y="1318849"/>
                    <a:pt x="2032160" y="1341507"/>
                    <a:pt x="2004210" y="1341507"/>
                  </a:cubicBezTo>
                  <a:lnTo>
                    <a:pt x="50608" y="1341507"/>
                  </a:lnTo>
                  <a:cubicBezTo>
                    <a:pt x="37186" y="1341507"/>
                    <a:pt x="24314" y="1336176"/>
                    <a:pt x="14823" y="1326685"/>
                  </a:cubicBezTo>
                  <a:cubicBezTo>
                    <a:pt x="5332" y="1317194"/>
                    <a:pt x="0" y="1304322"/>
                    <a:pt x="0" y="1290899"/>
                  </a:cubicBezTo>
                  <a:lnTo>
                    <a:pt x="0" y="50608"/>
                  </a:lnTo>
                  <a:cubicBezTo>
                    <a:pt x="0" y="22658"/>
                    <a:pt x="22658" y="0"/>
                    <a:pt x="5060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54818" cy="1341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13217" y="2670980"/>
            <a:ext cx="7562133" cy="477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Dada uma lista de nomes, crie um</a:t>
            </a:r>
            <a:r>
              <a:rPr lang="en-US" sz="3400" u="none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nova lista que c</a:t>
            </a:r>
            <a:r>
              <a:rPr lang="en-US" sz="3400" u="none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onte</a:t>
            </a: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nha apenas os nomes que começam com a letra "A". Ao final, imprima a nova lista.</a:t>
            </a:r>
          </a:p>
          <a:p>
            <a:pPr algn="l">
              <a:lnSpc>
                <a:spcPts val="4760"/>
              </a:lnSpc>
            </a:p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LISTA: [Ana, Bruno, Carlos, Amanda, Daniel, Alice]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96108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384467" y="3261962"/>
            <a:ext cx="6162265" cy="2489595"/>
            <a:chOff x="0" y="0"/>
            <a:chExt cx="1622983" cy="6556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2983" cy="655696"/>
            </a:xfrm>
            <a:custGeom>
              <a:avLst/>
              <a:gdLst/>
              <a:ahLst/>
              <a:cxnLst/>
              <a:rect r="r" b="b" t="t" l="l"/>
              <a:pathLst>
                <a:path h="655696" w="1622983">
                  <a:moveTo>
                    <a:pt x="64074" y="0"/>
                  </a:moveTo>
                  <a:lnTo>
                    <a:pt x="1558910" y="0"/>
                  </a:lnTo>
                  <a:cubicBezTo>
                    <a:pt x="1594297" y="0"/>
                    <a:pt x="1622983" y="28687"/>
                    <a:pt x="1622983" y="64074"/>
                  </a:cubicBezTo>
                  <a:lnTo>
                    <a:pt x="1622983" y="591622"/>
                  </a:lnTo>
                  <a:cubicBezTo>
                    <a:pt x="1622983" y="608616"/>
                    <a:pt x="1616233" y="624913"/>
                    <a:pt x="1604217" y="636929"/>
                  </a:cubicBezTo>
                  <a:cubicBezTo>
                    <a:pt x="1592201" y="648945"/>
                    <a:pt x="1575903" y="655696"/>
                    <a:pt x="1558910" y="655696"/>
                  </a:cubicBezTo>
                  <a:lnTo>
                    <a:pt x="64074" y="655696"/>
                  </a:lnTo>
                  <a:cubicBezTo>
                    <a:pt x="28687" y="655696"/>
                    <a:pt x="0" y="627009"/>
                    <a:pt x="0" y="591622"/>
                  </a:cubicBezTo>
                  <a:lnTo>
                    <a:pt x="0" y="64074"/>
                  </a:lnTo>
                  <a:cubicBezTo>
                    <a:pt x="0" y="28687"/>
                    <a:pt x="28687" y="0"/>
                    <a:pt x="64074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2983" cy="65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63054" y="2934308"/>
            <a:ext cx="2583875" cy="655307"/>
            <a:chOff x="0" y="0"/>
            <a:chExt cx="3445167" cy="87374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463054" y="3647287"/>
            <a:ext cx="5883575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Nomes que começam com a letra A:</a:t>
            </a:r>
          </a:p>
          <a:p>
            <a:pPr algn="ctr">
              <a:lnSpc>
                <a:spcPts val="4480"/>
              </a:lnSpc>
            </a:pPr>
            <a:r>
              <a:rPr lang="en-US" b="true" sz="3200" spc="-18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[‘Ana’, ‘Amanda’, ‘Alice’]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54247" y="7817582"/>
            <a:ext cx="4802879" cy="1440718"/>
            <a:chOff x="0" y="0"/>
            <a:chExt cx="1264956" cy="3794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4956" cy="379448"/>
            </a:xfrm>
            <a:custGeom>
              <a:avLst/>
              <a:gdLst/>
              <a:ahLst/>
              <a:cxnLst/>
              <a:rect r="r" b="b" t="t" l="l"/>
              <a:pathLst>
                <a:path h="379448" w="1264956">
                  <a:moveTo>
                    <a:pt x="82209" y="0"/>
                  </a:moveTo>
                  <a:lnTo>
                    <a:pt x="1182747" y="0"/>
                  </a:lnTo>
                  <a:cubicBezTo>
                    <a:pt x="1228150" y="0"/>
                    <a:pt x="1264956" y="36806"/>
                    <a:pt x="1264956" y="82209"/>
                  </a:cubicBezTo>
                  <a:lnTo>
                    <a:pt x="1264956" y="297240"/>
                  </a:lnTo>
                  <a:cubicBezTo>
                    <a:pt x="1264956" y="319043"/>
                    <a:pt x="1256295" y="339953"/>
                    <a:pt x="1240877" y="355370"/>
                  </a:cubicBezTo>
                  <a:cubicBezTo>
                    <a:pt x="1225460" y="370787"/>
                    <a:pt x="1204550" y="379448"/>
                    <a:pt x="1182747" y="379448"/>
                  </a:cubicBezTo>
                  <a:lnTo>
                    <a:pt x="82209" y="379448"/>
                  </a:lnTo>
                  <a:cubicBezTo>
                    <a:pt x="36806" y="379448"/>
                    <a:pt x="0" y="342642"/>
                    <a:pt x="0" y="297240"/>
                  </a:cubicBezTo>
                  <a:lnTo>
                    <a:pt x="0" y="82209"/>
                  </a:lnTo>
                  <a:cubicBezTo>
                    <a:pt x="0" y="60406"/>
                    <a:pt x="8661" y="39495"/>
                    <a:pt x="24078" y="24078"/>
                  </a:cubicBezTo>
                  <a:cubicBezTo>
                    <a:pt x="39495" y="8661"/>
                    <a:pt x="60406" y="0"/>
                    <a:pt x="82209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264956" cy="379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291435" y="7895878"/>
            <a:ext cx="4565691" cy="11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UTILIZE .append() NO LAÇO FOR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6290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09392" y="2728056"/>
            <a:ext cx="15869216" cy="4830888"/>
          </a:xfrm>
          <a:custGeom>
            <a:avLst/>
            <a:gdLst/>
            <a:ahLst/>
            <a:cxnLst/>
            <a:rect r="r" b="b" t="t" l="l"/>
            <a:pathLst>
              <a:path h="4830888" w="15869216">
                <a:moveTo>
                  <a:pt x="0" y="0"/>
                </a:moveTo>
                <a:lnTo>
                  <a:pt x="15869216" y="0"/>
                </a:lnTo>
                <a:lnTo>
                  <a:pt x="15869216" y="4830888"/>
                </a:lnTo>
                <a:lnTo>
                  <a:pt x="0" y="48308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268" t="-92919" r="-75425" b="-21672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435515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89958" y="9327196"/>
            <a:ext cx="6908084" cy="4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3188" b="true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CODELAB TEEN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3845" y="-85725"/>
            <a:ext cx="12880309" cy="24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9"/>
              </a:lnSpc>
            </a:pPr>
            <a:r>
              <a:rPr lang="en-US" sz="12766" i="true" spc="-1314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OBRIGADO!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82000"/>
            <a:ext cx="2397565" cy="1010011"/>
            <a:chOff x="0" y="0"/>
            <a:chExt cx="3196753" cy="1346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6717" cy="1346708"/>
            </a:xfrm>
            <a:custGeom>
              <a:avLst/>
              <a:gdLst/>
              <a:ahLst/>
              <a:cxnLst/>
              <a:rect r="r" b="b" t="t" l="l"/>
              <a:pathLst>
                <a:path h="1346708" w="3196717">
                  <a:moveTo>
                    <a:pt x="0" y="0"/>
                  </a:moveTo>
                  <a:lnTo>
                    <a:pt x="3196717" y="0"/>
                  </a:lnTo>
                  <a:lnTo>
                    <a:pt x="3196717" y="1346708"/>
                  </a:lnTo>
                  <a:lnTo>
                    <a:pt x="0" y="134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7859" r="-1" b="-1178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55964" y="8276808"/>
            <a:ext cx="85760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2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https://forms.gle/Q1BYFnKxjyKuCC647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12237" y="2700980"/>
            <a:ext cx="13263525" cy="1098807"/>
          </a:xfrm>
          <a:custGeom>
            <a:avLst/>
            <a:gdLst/>
            <a:ahLst/>
            <a:cxnLst/>
            <a:rect r="r" b="b" t="t" l="l"/>
            <a:pathLst>
              <a:path h="1098807" w="13263525">
                <a:moveTo>
                  <a:pt x="0" y="0"/>
                </a:moveTo>
                <a:lnTo>
                  <a:pt x="13263526" y="0"/>
                </a:lnTo>
                <a:lnTo>
                  <a:pt x="13263526" y="1098808"/>
                </a:lnTo>
                <a:lnTo>
                  <a:pt x="0" y="1098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8037" y="2983684"/>
            <a:ext cx="122919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 spc="-19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Contem para a gente o que acharam da aula de hoje: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675120" y="3591510"/>
            <a:ext cx="4937760" cy="4937760"/>
            <a:chOff x="0" y="0"/>
            <a:chExt cx="6583680" cy="6583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DAG68hcmIg8</dc:identifier>
  <dcterms:modified xsi:type="dcterms:W3CDTF">2011-08-01T06:04:30Z</dcterms:modified>
  <cp:revision>1</cp:revision>
  <dc:title>Copy of Loops e Listas - Aula 5</dc:title>
</cp:coreProperties>
</file>