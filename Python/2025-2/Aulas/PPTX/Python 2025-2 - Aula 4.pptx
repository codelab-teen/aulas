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Bugaki Italics" charset="1" panose="00000000000000000000"/>
      <p:regular r:id="rId32"/>
    </p:embeddedFont>
    <p:embeddedFont>
      <p:font typeface="Space Mono Bold" charset="1" panose="02000809030000020004"/>
      <p:regular r:id="rId33"/>
    </p:embeddedFont>
    <p:embeddedFont>
      <p:font typeface="Open Sans Bold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9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7989" y="3374177"/>
            <a:ext cx="6652022" cy="6028784"/>
          </a:xfrm>
          <a:custGeom>
            <a:avLst/>
            <a:gdLst/>
            <a:ahLst/>
            <a:cxnLst/>
            <a:rect r="r" b="b" t="t" l="l"/>
            <a:pathLst>
              <a:path h="6028784" w="6652022">
                <a:moveTo>
                  <a:pt x="0" y="0"/>
                </a:moveTo>
                <a:lnTo>
                  <a:pt x="6652022" y="0"/>
                </a:lnTo>
                <a:lnTo>
                  <a:pt x="6652022" y="6028784"/>
                </a:lnTo>
                <a:lnTo>
                  <a:pt x="0" y="6028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85009">
            <a:off x="1092347" y="1274081"/>
            <a:ext cx="4021282" cy="5143500"/>
          </a:xfrm>
          <a:custGeom>
            <a:avLst/>
            <a:gdLst/>
            <a:ahLst/>
            <a:cxnLst/>
            <a:rect r="r" b="b" t="t" l="l"/>
            <a:pathLst>
              <a:path h="5143500" w="4021282">
                <a:moveTo>
                  <a:pt x="0" y="0"/>
                </a:moveTo>
                <a:lnTo>
                  <a:pt x="4021282" y="0"/>
                </a:lnTo>
                <a:lnTo>
                  <a:pt x="402128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3" t="0" r="-3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79917">
            <a:off x="13831111" y="4077263"/>
            <a:ext cx="3104804" cy="4114800"/>
          </a:xfrm>
          <a:custGeom>
            <a:avLst/>
            <a:gdLst/>
            <a:ahLst/>
            <a:cxnLst/>
            <a:rect r="r" b="b" t="t" l="l"/>
            <a:pathLst>
              <a:path h="4114800" w="3104804">
                <a:moveTo>
                  <a:pt x="0" y="0"/>
                </a:moveTo>
                <a:lnTo>
                  <a:pt x="3104804" y="0"/>
                </a:lnTo>
                <a:lnTo>
                  <a:pt x="3104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0" r="0" b="-1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7633" y="1867390"/>
            <a:ext cx="13357297" cy="5831260"/>
          </a:xfrm>
          <a:custGeom>
            <a:avLst/>
            <a:gdLst/>
            <a:ahLst/>
            <a:cxnLst/>
            <a:rect r="r" b="b" t="t" l="l"/>
            <a:pathLst>
              <a:path h="5831260" w="13357297">
                <a:moveTo>
                  <a:pt x="0" y="0"/>
                </a:moveTo>
                <a:lnTo>
                  <a:pt x="13357298" y="0"/>
                </a:lnTo>
                <a:lnTo>
                  <a:pt x="13357298" y="5831261"/>
                </a:lnTo>
                <a:lnTo>
                  <a:pt x="0" y="58312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625148">
            <a:off x="1548436" y="1767823"/>
            <a:ext cx="3624249" cy="1526770"/>
            <a:chOff x="0" y="0"/>
            <a:chExt cx="4832332" cy="20356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2350" cy="2035683"/>
            </a:xfrm>
            <a:custGeom>
              <a:avLst/>
              <a:gdLst/>
              <a:ahLst/>
              <a:cxnLst/>
              <a:rect r="r" b="b" t="t" l="l"/>
              <a:pathLst>
                <a:path h="2035683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2035683"/>
                  </a:lnTo>
                  <a:lnTo>
                    <a:pt x="0" y="2035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7862" r="0" b="-11786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1057456">
            <a:off x="13459709" y="7291099"/>
            <a:ext cx="1894937" cy="1884601"/>
          </a:xfrm>
          <a:custGeom>
            <a:avLst/>
            <a:gdLst/>
            <a:ahLst/>
            <a:cxnLst/>
            <a:rect r="r" b="b" t="t" l="l"/>
            <a:pathLst>
              <a:path h="1884601" w="1894937">
                <a:moveTo>
                  <a:pt x="0" y="0"/>
                </a:moveTo>
                <a:lnTo>
                  <a:pt x="1894937" y="0"/>
                </a:lnTo>
                <a:lnTo>
                  <a:pt x="1894937" y="1884601"/>
                </a:lnTo>
                <a:lnTo>
                  <a:pt x="0" y="1884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274" r="0" b="-274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5679535"/>
            <a:ext cx="2737850" cy="2737850"/>
            <a:chOff x="0" y="0"/>
            <a:chExt cx="3650467" cy="3650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0488" cy="3650488"/>
            </a:xfrm>
            <a:custGeom>
              <a:avLst/>
              <a:gdLst/>
              <a:ahLst/>
              <a:cxnLst/>
              <a:rect r="r" b="b" t="t" l="l"/>
              <a:pathLst>
                <a:path h="3650488" w="3650488">
                  <a:moveTo>
                    <a:pt x="0" y="0"/>
                  </a:moveTo>
                  <a:lnTo>
                    <a:pt x="3650488" y="0"/>
                  </a:lnTo>
                  <a:lnTo>
                    <a:pt x="3650488" y="3650488"/>
                  </a:lnTo>
                  <a:lnTo>
                    <a:pt x="0" y="3650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-582495">
            <a:off x="1721831" y="3188368"/>
            <a:ext cx="14872554" cy="3875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5"/>
              </a:lnSpc>
            </a:pPr>
            <a:r>
              <a:rPr lang="en-US" sz="16593" i="true" spc="-170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PYTHON</a:t>
            </a:r>
          </a:p>
          <a:p>
            <a:pPr algn="ctr">
              <a:lnSpc>
                <a:spcPts val="11640"/>
              </a:lnSpc>
            </a:pPr>
            <a:r>
              <a:rPr lang="en-US" sz="12000" i="true" spc="-1236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AULA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77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411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0" y="0"/>
                </a:moveTo>
                <a:lnTo>
                  <a:pt x="2478375" y="0"/>
                </a:lnTo>
                <a:lnTo>
                  <a:pt x="2478375" y="2621358"/>
                </a:lnTo>
                <a:lnTo>
                  <a:pt x="0" y="26213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3307" y="381000"/>
            <a:ext cx="12718638" cy="25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4"/>
              </a:lnSpc>
            </a:pPr>
            <a:r>
              <a:rPr lang="en-US" sz="11161" i="true" spc="-114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BEM - VINDOS!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26237" y="1860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511" t="-123567" r="-70535" b="-42789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4287049" y="801405"/>
            <a:ext cx="2478375" cy="2621358"/>
          </a:xfrm>
          <a:custGeom>
            <a:avLst/>
            <a:gdLst/>
            <a:ahLst/>
            <a:cxnLst/>
            <a:rect r="r" b="b" t="t" l="l"/>
            <a:pathLst>
              <a:path h="2621358" w="2478375">
                <a:moveTo>
                  <a:pt x="2478375" y="0"/>
                </a:moveTo>
                <a:lnTo>
                  <a:pt x="0" y="0"/>
                </a:lnTo>
                <a:lnTo>
                  <a:pt x="0" y="2621358"/>
                </a:lnTo>
                <a:lnTo>
                  <a:pt x="2478375" y="2621358"/>
                </a:lnTo>
                <a:lnTo>
                  <a:pt x="247837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" t="0" r="-1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0204" y="3467297"/>
            <a:ext cx="16447591" cy="5899499"/>
          </a:xfrm>
          <a:custGeom>
            <a:avLst/>
            <a:gdLst/>
            <a:ahLst/>
            <a:cxnLst/>
            <a:rect r="r" b="b" t="t" l="l"/>
            <a:pathLst>
              <a:path h="5899499" w="16447591">
                <a:moveTo>
                  <a:pt x="0" y="0"/>
                </a:moveTo>
                <a:lnTo>
                  <a:pt x="16447592" y="0"/>
                </a:lnTo>
                <a:lnTo>
                  <a:pt x="16447592" y="5899499"/>
                </a:lnTo>
                <a:lnTo>
                  <a:pt x="0" y="5899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54154" y="3069377"/>
            <a:ext cx="6579691" cy="1306319"/>
          </a:xfrm>
          <a:custGeom>
            <a:avLst/>
            <a:gdLst/>
            <a:ahLst/>
            <a:cxnLst/>
            <a:rect r="r" b="b" t="t" l="l"/>
            <a:pathLst>
              <a:path h="1306319" w="6579691">
                <a:moveTo>
                  <a:pt x="0" y="0"/>
                </a:moveTo>
                <a:lnTo>
                  <a:pt x="6579692" y="0"/>
                </a:lnTo>
                <a:lnTo>
                  <a:pt x="6579692" y="1306319"/>
                </a:lnTo>
                <a:lnTo>
                  <a:pt x="0" y="1306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5916" y="5143500"/>
            <a:ext cx="15516169" cy="152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46036" indent="-382012" lvl="2">
              <a:lnSpc>
                <a:spcPts val="6016"/>
              </a:lnSpc>
              <a:buFont typeface="Arial"/>
              <a:buChar char="⚬"/>
            </a:pP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Hoje veremos as </a:t>
            </a:r>
            <a:r>
              <a:rPr lang="en-US" b="true" sz="5012" spc="-299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Listas </a:t>
            </a: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</a:t>
            </a:r>
            <a:r>
              <a:rPr lang="en-US" b="true" sz="5012" spc="-299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Ferramentas de controle de fluxo</a:t>
            </a:r>
            <a:r>
              <a:rPr lang="en-US" b="true" sz="5012" spc="-299">
                <a:solidFill>
                  <a:srgbClr val="160E0C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: if else, for e while.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11860" y="3441814"/>
            <a:ext cx="5464280" cy="61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5"/>
              </a:lnSpc>
            </a:pPr>
            <a:r>
              <a:rPr lang="en-US" b="true" sz="4213" spc="-251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REVISÃO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51836" y="3780746"/>
            <a:ext cx="2872179" cy="1582954"/>
            <a:chOff x="0" y="0"/>
            <a:chExt cx="854152" cy="470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4152" cy="470752"/>
            </a:xfrm>
            <a:custGeom>
              <a:avLst/>
              <a:gdLst/>
              <a:ahLst/>
              <a:cxnLst/>
              <a:rect r="r" b="b" t="t" l="l"/>
              <a:pathLst>
                <a:path h="470752" w="854152">
                  <a:moveTo>
                    <a:pt x="137470" y="0"/>
                  </a:moveTo>
                  <a:lnTo>
                    <a:pt x="716682" y="0"/>
                  </a:lnTo>
                  <a:cubicBezTo>
                    <a:pt x="753141" y="0"/>
                    <a:pt x="788107" y="14483"/>
                    <a:pt x="813888" y="40264"/>
                  </a:cubicBezTo>
                  <a:cubicBezTo>
                    <a:pt x="839669" y="66045"/>
                    <a:pt x="854152" y="101011"/>
                    <a:pt x="854152" y="137470"/>
                  </a:cubicBezTo>
                  <a:lnTo>
                    <a:pt x="854152" y="333282"/>
                  </a:lnTo>
                  <a:cubicBezTo>
                    <a:pt x="854152" y="369741"/>
                    <a:pt x="839669" y="404707"/>
                    <a:pt x="813888" y="430488"/>
                  </a:cubicBezTo>
                  <a:cubicBezTo>
                    <a:pt x="788107" y="456268"/>
                    <a:pt x="753141" y="470752"/>
                    <a:pt x="716682" y="470752"/>
                  </a:cubicBezTo>
                  <a:lnTo>
                    <a:pt x="137470" y="470752"/>
                  </a:lnTo>
                  <a:cubicBezTo>
                    <a:pt x="101011" y="470752"/>
                    <a:pt x="66045" y="456268"/>
                    <a:pt x="40264" y="430488"/>
                  </a:cubicBezTo>
                  <a:cubicBezTo>
                    <a:pt x="14483" y="404707"/>
                    <a:pt x="0" y="369741"/>
                    <a:pt x="0" y="333282"/>
                  </a:cubicBezTo>
                  <a:lnTo>
                    <a:pt x="0" y="137470"/>
                  </a:lnTo>
                  <a:cubicBezTo>
                    <a:pt x="0" y="101011"/>
                    <a:pt x="14483" y="66045"/>
                    <a:pt x="40264" y="40264"/>
                  </a:cubicBezTo>
                  <a:cubicBezTo>
                    <a:pt x="66045" y="14483"/>
                    <a:pt x="101011" y="0"/>
                    <a:pt x="13747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54152" cy="508852"/>
            </a:xfrm>
            <a:prstGeom prst="rect">
              <a:avLst/>
            </a:prstGeom>
          </p:spPr>
          <p:txBody>
            <a:bodyPr anchor="ctr" rtlCol="false" tIns="68158" lIns="68158" bIns="68158" rIns="681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1836" y="3408312"/>
            <a:ext cx="5218978" cy="655307"/>
            <a:chOff x="0" y="0"/>
            <a:chExt cx="1552062" cy="19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2062" cy="194880"/>
            </a:xfrm>
            <a:custGeom>
              <a:avLst/>
              <a:gdLst/>
              <a:ahLst/>
              <a:cxnLst/>
              <a:rect r="r" b="b" t="t" l="l"/>
              <a:pathLst>
                <a:path h="194880" w="1552062">
                  <a:moveTo>
                    <a:pt x="75654" y="0"/>
                  </a:moveTo>
                  <a:lnTo>
                    <a:pt x="1476408" y="0"/>
                  </a:lnTo>
                  <a:cubicBezTo>
                    <a:pt x="1496472" y="0"/>
                    <a:pt x="1515715" y="7971"/>
                    <a:pt x="1529903" y="22159"/>
                  </a:cubicBezTo>
                  <a:cubicBezTo>
                    <a:pt x="1544091" y="36347"/>
                    <a:pt x="1552062" y="55590"/>
                    <a:pt x="1552062" y="75654"/>
                  </a:cubicBezTo>
                  <a:lnTo>
                    <a:pt x="1552062" y="119226"/>
                  </a:lnTo>
                  <a:cubicBezTo>
                    <a:pt x="1552062" y="139291"/>
                    <a:pt x="1544091" y="158534"/>
                    <a:pt x="1529903" y="172722"/>
                  </a:cubicBezTo>
                  <a:cubicBezTo>
                    <a:pt x="1515715" y="186910"/>
                    <a:pt x="1496472" y="194880"/>
                    <a:pt x="1476408" y="194880"/>
                  </a:cubicBezTo>
                  <a:lnTo>
                    <a:pt x="75654" y="194880"/>
                  </a:lnTo>
                  <a:cubicBezTo>
                    <a:pt x="55590" y="194880"/>
                    <a:pt x="36347" y="186910"/>
                    <a:pt x="22159" y="172722"/>
                  </a:cubicBezTo>
                  <a:cubicBezTo>
                    <a:pt x="7971" y="158534"/>
                    <a:pt x="0" y="139291"/>
                    <a:pt x="0" y="119226"/>
                  </a:cubicBezTo>
                  <a:lnTo>
                    <a:pt x="0" y="75654"/>
                  </a:lnTo>
                  <a:cubicBezTo>
                    <a:pt x="0" y="55590"/>
                    <a:pt x="7971" y="36347"/>
                    <a:pt x="22159" y="22159"/>
                  </a:cubicBezTo>
                  <a:cubicBezTo>
                    <a:pt x="36347" y="7971"/>
                    <a:pt x="55590" y="0"/>
                    <a:pt x="75654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2062" cy="232980"/>
            </a:xfrm>
            <a:prstGeom prst="rect">
              <a:avLst/>
            </a:prstGeom>
          </p:spPr>
          <p:txBody>
            <a:bodyPr anchor="ctr" rtlCol="false" tIns="44990" lIns="44990" bIns="44990" rIns="4499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03833" y="4154847"/>
            <a:ext cx="2601132" cy="165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soma1 = 2 + 3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print(soma1)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true" rot="0">
            <a:off x="839207" y="5037381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5" y="500953"/>
                </a:lnTo>
                <a:lnTo>
                  <a:pt x="489055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50169" y="5163494"/>
            <a:ext cx="1488993" cy="400414"/>
            <a:chOff x="0" y="0"/>
            <a:chExt cx="712711" cy="1916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2711" cy="191659"/>
            </a:xfrm>
            <a:custGeom>
              <a:avLst/>
              <a:gdLst/>
              <a:ahLst/>
              <a:cxnLst/>
              <a:rect r="r" b="b" t="t" l="l"/>
              <a:pathLst>
                <a:path h="191659" w="712711">
                  <a:moveTo>
                    <a:pt x="95830" y="0"/>
                  </a:moveTo>
                  <a:lnTo>
                    <a:pt x="616882" y="0"/>
                  </a:lnTo>
                  <a:cubicBezTo>
                    <a:pt x="642297" y="0"/>
                    <a:pt x="666672" y="10096"/>
                    <a:pt x="684643" y="28068"/>
                  </a:cubicBezTo>
                  <a:cubicBezTo>
                    <a:pt x="702615" y="46039"/>
                    <a:pt x="712711" y="70414"/>
                    <a:pt x="712711" y="95830"/>
                  </a:cubicBezTo>
                  <a:lnTo>
                    <a:pt x="712711" y="95830"/>
                  </a:lnTo>
                  <a:cubicBezTo>
                    <a:pt x="712711" y="148755"/>
                    <a:pt x="669807" y="191659"/>
                    <a:pt x="616882" y="191659"/>
                  </a:cubicBezTo>
                  <a:lnTo>
                    <a:pt x="95830" y="191659"/>
                  </a:lnTo>
                  <a:cubicBezTo>
                    <a:pt x="42904" y="191659"/>
                    <a:pt x="0" y="148755"/>
                    <a:pt x="0" y="95830"/>
                  </a:cubicBezTo>
                  <a:lnTo>
                    <a:pt x="0" y="95830"/>
                  </a:lnTo>
                  <a:cubicBezTo>
                    <a:pt x="0" y="42904"/>
                    <a:pt x="42904" y="0"/>
                    <a:pt x="9583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12711" cy="229759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21649" y="5233534"/>
            <a:ext cx="14396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3833" y="3542976"/>
            <a:ext cx="484051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Soma</a:t>
            </a:r>
          </a:p>
        </p:txBody>
      </p:sp>
      <p:sp>
        <p:nvSpPr>
          <p:cNvPr name="Freeform 21" id="21"/>
          <p:cNvSpPr/>
          <p:nvPr/>
        </p:nvSpPr>
        <p:spPr>
          <a:xfrm flipH="false" flipV="true" rot="0">
            <a:off x="6908974" y="4469136"/>
            <a:ext cx="470302" cy="481743"/>
          </a:xfrm>
          <a:custGeom>
            <a:avLst/>
            <a:gdLst/>
            <a:ahLst/>
            <a:cxnLst/>
            <a:rect r="r" b="b" t="t" l="l"/>
            <a:pathLst>
              <a:path h="481743" w="470302">
                <a:moveTo>
                  <a:pt x="0" y="481744"/>
                </a:moveTo>
                <a:lnTo>
                  <a:pt x="470301" y="481744"/>
                </a:lnTo>
                <a:lnTo>
                  <a:pt x="470301" y="0"/>
                </a:lnTo>
                <a:lnTo>
                  <a:pt x="0" y="0"/>
                </a:lnTo>
                <a:lnTo>
                  <a:pt x="0" y="4817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374299" y="3408312"/>
            <a:ext cx="5229173" cy="2993911"/>
            <a:chOff x="0" y="0"/>
            <a:chExt cx="6972230" cy="399188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527723"/>
              <a:ext cx="4654096" cy="2058476"/>
              <a:chOff x="0" y="0"/>
              <a:chExt cx="1079447" cy="47743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79447" cy="477432"/>
              </a:xfrm>
              <a:custGeom>
                <a:avLst/>
                <a:gdLst/>
                <a:ahLst/>
                <a:cxnLst/>
                <a:rect r="r" b="b" t="t" l="l"/>
                <a:pathLst>
                  <a:path h="477432" w="1079447">
                    <a:moveTo>
                      <a:pt x="113116" y="0"/>
                    </a:moveTo>
                    <a:lnTo>
                      <a:pt x="966331" y="0"/>
                    </a:lnTo>
                    <a:cubicBezTo>
                      <a:pt x="996331" y="0"/>
                      <a:pt x="1025103" y="11917"/>
                      <a:pt x="1046316" y="33131"/>
                    </a:cubicBezTo>
                    <a:cubicBezTo>
                      <a:pt x="1067529" y="54344"/>
                      <a:pt x="1079447" y="83115"/>
                      <a:pt x="1079447" y="113116"/>
                    </a:cubicBezTo>
                    <a:lnTo>
                      <a:pt x="1079447" y="364317"/>
                    </a:lnTo>
                    <a:cubicBezTo>
                      <a:pt x="1079447" y="394317"/>
                      <a:pt x="1067529" y="423088"/>
                      <a:pt x="1046316" y="444302"/>
                    </a:cubicBezTo>
                    <a:cubicBezTo>
                      <a:pt x="1025103" y="465515"/>
                      <a:pt x="996331" y="477432"/>
                      <a:pt x="966331" y="477432"/>
                    </a:cubicBezTo>
                    <a:lnTo>
                      <a:pt x="113116" y="477432"/>
                    </a:lnTo>
                    <a:cubicBezTo>
                      <a:pt x="83115" y="477432"/>
                      <a:pt x="54344" y="465515"/>
                      <a:pt x="33131" y="444302"/>
                    </a:cubicBezTo>
                    <a:cubicBezTo>
                      <a:pt x="11917" y="423088"/>
                      <a:pt x="0" y="394317"/>
                      <a:pt x="0" y="364317"/>
                    </a:cubicBezTo>
                    <a:lnTo>
                      <a:pt x="0" y="113116"/>
                    </a:lnTo>
                    <a:cubicBezTo>
                      <a:pt x="0" y="83115"/>
                      <a:pt x="11917" y="54344"/>
                      <a:pt x="33131" y="33131"/>
                    </a:cubicBezTo>
                    <a:cubicBezTo>
                      <a:pt x="54344" y="11917"/>
                      <a:pt x="83115" y="0"/>
                      <a:pt x="113116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79447" cy="515532"/>
              </a:xfrm>
              <a:prstGeom prst="rect">
                <a:avLst/>
              </a:prstGeom>
            </p:spPr>
            <p:txBody>
              <a:bodyPr anchor="ctr" rtlCol="false" tIns="65545" lIns="65545" bIns="65545" rIns="6554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6972230" cy="890423"/>
              <a:chOff x="0" y="0"/>
              <a:chExt cx="1617103" cy="20652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617103" cy="206520"/>
              </a:xfrm>
              <a:custGeom>
                <a:avLst/>
                <a:gdLst/>
                <a:ahLst/>
                <a:cxnLst/>
                <a:rect r="r" b="b" t="t" l="l"/>
                <a:pathLst>
                  <a:path h="206520" w="1617103">
                    <a:moveTo>
                      <a:pt x="75507" y="0"/>
                    </a:moveTo>
                    <a:lnTo>
                      <a:pt x="1541596" y="0"/>
                    </a:lnTo>
                    <a:cubicBezTo>
                      <a:pt x="1561622" y="0"/>
                      <a:pt x="1580827" y="7955"/>
                      <a:pt x="1594988" y="22115"/>
                    </a:cubicBezTo>
                    <a:cubicBezTo>
                      <a:pt x="1609148" y="36276"/>
                      <a:pt x="1617103" y="55481"/>
                      <a:pt x="1617103" y="75507"/>
                    </a:cubicBezTo>
                    <a:lnTo>
                      <a:pt x="1617103" y="131013"/>
                    </a:lnTo>
                    <a:cubicBezTo>
                      <a:pt x="1617103" y="151039"/>
                      <a:pt x="1609148" y="170244"/>
                      <a:pt x="1594988" y="184405"/>
                    </a:cubicBezTo>
                    <a:cubicBezTo>
                      <a:pt x="1580827" y="198565"/>
                      <a:pt x="1561622" y="206520"/>
                      <a:pt x="1541596" y="206520"/>
                    </a:cubicBezTo>
                    <a:lnTo>
                      <a:pt x="75507" y="206520"/>
                    </a:lnTo>
                    <a:cubicBezTo>
                      <a:pt x="55481" y="206520"/>
                      <a:pt x="36276" y="198565"/>
                      <a:pt x="22115" y="184405"/>
                    </a:cubicBezTo>
                    <a:cubicBezTo>
                      <a:pt x="7955" y="170244"/>
                      <a:pt x="0" y="151039"/>
                      <a:pt x="0" y="131013"/>
                    </a:cubicBezTo>
                    <a:lnTo>
                      <a:pt x="0" y="75507"/>
                    </a:lnTo>
                    <a:cubicBezTo>
                      <a:pt x="0" y="55481"/>
                      <a:pt x="7955" y="36276"/>
                      <a:pt x="22115" y="22115"/>
                    </a:cubicBezTo>
                    <a:cubicBezTo>
                      <a:pt x="36276" y="7955"/>
                      <a:pt x="55481" y="0"/>
                      <a:pt x="75507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617103" cy="244620"/>
              </a:xfrm>
              <a:prstGeom prst="rect">
                <a:avLst/>
              </a:prstGeom>
            </p:spPr>
            <p:txBody>
              <a:bodyPr anchor="ctr" rtlCol="false" tIns="43265" lIns="43265" bIns="43265" rIns="4326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23112" y="1007396"/>
              <a:ext cx="4330984" cy="29844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print(10 - 3)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print(7.5 - 2.2) 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</a:p>
          </p:txBody>
        </p:sp>
        <p:grpSp>
          <p:nvGrpSpPr>
            <p:cNvPr name="Group 30" id="30"/>
            <p:cNvGrpSpPr/>
            <p:nvPr/>
          </p:nvGrpSpPr>
          <p:grpSpPr>
            <a:xfrm rot="0">
              <a:off x="1170001" y="2395693"/>
              <a:ext cx="3242893" cy="642324"/>
              <a:chOff x="0" y="0"/>
              <a:chExt cx="1210587" cy="23978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210587" cy="239783"/>
              </a:xfrm>
              <a:custGeom>
                <a:avLst/>
                <a:gdLst/>
                <a:ahLst/>
                <a:cxnLst/>
                <a:rect r="r" b="b" t="t" l="l"/>
                <a:pathLst>
                  <a:path h="239783" w="1210587">
                    <a:moveTo>
                      <a:pt x="119891" y="0"/>
                    </a:moveTo>
                    <a:lnTo>
                      <a:pt x="1090696" y="0"/>
                    </a:lnTo>
                    <a:cubicBezTo>
                      <a:pt x="1122493" y="0"/>
                      <a:pt x="1152988" y="12631"/>
                      <a:pt x="1175472" y="35115"/>
                    </a:cubicBezTo>
                    <a:cubicBezTo>
                      <a:pt x="1197956" y="57599"/>
                      <a:pt x="1210587" y="88094"/>
                      <a:pt x="1210587" y="119891"/>
                    </a:cubicBezTo>
                    <a:lnTo>
                      <a:pt x="1210587" y="119891"/>
                    </a:lnTo>
                    <a:cubicBezTo>
                      <a:pt x="1210587" y="151688"/>
                      <a:pt x="1197956" y="182183"/>
                      <a:pt x="1175472" y="204667"/>
                    </a:cubicBezTo>
                    <a:cubicBezTo>
                      <a:pt x="1152988" y="227151"/>
                      <a:pt x="1122493" y="239783"/>
                      <a:pt x="1090696" y="239783"/>
                    </a:cubicBezTo>
                    <a:lnTo>
                      <a:pt x="119891" y="239783"/>
                    </a:lnTo>
                    <a:cubicBezTo>
                      <a:pt x="88094" y="239783"/>
                      <a:pt x="57599" y="227151"/>
                      <a:pt x="35115" y="204667"/>
                    </a:cubicBezTo>
                    <a:cubicBezTo>
                      <a:pt x="12631" y="182183"/>
                      <a:pt x="0" y="151688"/>
                      <a:pt x="0" y="119891"/>
                    </a:cubicBezTo>
                    <a:lnTo>
                      <a:pt x="0" y="119891"/>
                    </a:lnTo>
                    <a:cubicBezTo>
                      <a:pt x="0" y="88094"/>
                      <a:pt x="12631" y="57599"/>
                      <a:pt x="35115" y="35115"/>
                    </a:cubicBezTo>
                    <a:cubicBezTo>
                      <a:pt x="57599" y="12631"/>
                      <a:pt x="88094" y="0"/>
                      <a:pt x="119891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210587" cy="277883"/>
              </a:xfrm>
              <a:prstGeom prst="rect">
                <a:avLst/>
              </a:prstGeom>
            </p:spPr>
            <p:txBody>
              <a:bodyPr anchor="ctr" rtlCol="false" tIns="26880" lIns="26880" bIns="26880" rIns="2688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473225" y="2513655"/>
              <a:ext cx="2636446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7 e 5.3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643207" y="3513621"/>
            <a:ext cx="574294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Subtração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-408624" y="1806860"/>
            <a:ext cx="19360638" cy="948513"/>
            <a:chOff x="0" y="0"/>
            <a:chExt cx="5099098" cy="24981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99098" cy="249814"/>
            </a:xfrm>
            <a:custGeom>
              <a:avLst/>
              <a:gdLst/>
              <a:ahLst/>
              <a:cxnLst/>
              <a:rect r="r" b="b" t="t" l="l"/>
              <a:pathLst>
                <a:path h="249814" w="5099098">
                  <a:moveTo>
                    <a:pt x="20394" y="0"/>
                  </a:moveTo>
                  <a:lnTo>
                    <a:pt x="5078704" y="0"/>
                  </a:lnTo>
                  <a:cubicBezTo>
                    <a:pt x="5089968" y="0"/>
                    <a:pt x="5099098" y="9131"/>
                    <a:pt x="5099098" y="20394"/>
                  </a:cubicBezTo>
                  <a:lnTo>
                    <a:pt x="5099098" y="229420"/>
                  </a:lnTo>
                  <a:cubicBezTo>
                    <a:pt x="5099098" y="240684"/>
                    <a:pt x="5089968" y="249814"/>
                    <a:pt x="5078704" y="249814"/>
                  </a:cubicBezTo>
                  <a:lnTo>
                    <a:pt x="20394" y="249814"/>
                  </a:lnTo>
                  <a:cubicBezTo>
                    <a:pt x="9131" y="249814"/>
                    <a:pt x="0" y="240684"/>
                    <a:pt x="0" y="229420"/>
                  </a:cubicBezTo>
                  <a:lnTo>
                    <a:pt x="0" y="20394"/>
                  </a:lnTo>
                  <a:cubicBezTo>
                    <a:pt x="0" y="9131"/>
                    <a:pt x="9131" y="0"/>
                    <a:pt x="2039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99098" cy="28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80882" y="2042991"/>
            <a:ext cx="148244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Operações Básicas</a:t>
            </a:r>
          </a:p>
        </p:txBody>
      </p:sp>
      <p:sp>
        <p:nvSpPr>
          <p:cNvPr name="Freeform 39" id="39"/>
          <p:cNvSpPr/>
          <p:nvPr/>
        </p:nvSpPr>
        <p:spPr>
          <a:xfrm flipH="false" flipV="true" rot="0">
            <a:off x="13652520" y="4992427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6" y="500953"/>
                </a:lnTo>
                <a:lnTo>
                  <a:pt x="489056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2386155" y="3408312"/>
            <a:ext cx="5237594" cy="2191053"/>
            <a:chOff x="0" y="0"/>
            <a:chExt cx="6983459" cy="2921404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496579"/>
              <a:ext cx="5221113" cy="1860936"/>
              <a:chOff x="0" y="0"/>
              <a:chExt cx="1164523" cy="41506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164523" cy="415065"/>
              </a:xfrm>
              <a:custGeom>
                <a:avLst/>
                <a:gdLst/>
                <a:ahLst/>
                <a:cxnLst/>
                <a:rect r="r" b="b" t="t" l="l"/>
                <a:pathLst>
                  <a:path h="415065" w="1164523">
                    <a:moveTo>
                      <a:pt x="100831" y="0"/>
                    </a:moveTo>
                    <a:lnTo>
                      <a:pt x="1063692" y="0"/>
                    </a:lnTo>
                    <a:cubicBezTo>
                      <a:pt x="1090434" y="0"/>
                      <a:pt x="1116081" y="10623"/>
                      <a:pt x="1134990" y="29533"/>
                    </a:cubicBezTo>
                    <a:cubicBezTo>
                      <a:pt x="1153899" y="48442"/>
                      <a:pt x="1164523" y="74089"/>
                      <a:pt x="1164523" y="100831"/>
                    </a:cubicBezTo>
                    <a:lnTo>
                      <a:pt x="1164523" y="314234"/>
                    </a:lnTo>
                    <a:cubicBezTo>
                      <a:pt x="1164523" y="340976"/>
                      <a:pt x="1153899" y="366623"/>
                      <a:pt x="1134990" y="385532"/>
                    </a:cubicBezTo>
                    <a:cubicBezTo>
                      <a:pt x="1116081" y="404442"/>
                      <a:pt x="1090434" y="415065"/>
                      <a:pt x="1063692" y="415065"/>
                    </a:cubicBezTo>
                    <a:lnTo>
                      <a:pt x="100831" y="415065"/>
                    </a:lnTo>
                    <a:cubicBezTo>
                      <a:pt x="45144" y="415065"/>
                      <a:pt x="0" y="369922"/>
                      <a:pt x="0" y="314234"/>
                    </a:cubicBezTo>
                    <a:lnTo>
                      <a:pt x="0" y="100831"/>
                    </a:lnTo>
                    <a:cubicBezTo>
                      <a:pt x="0" y="74089"/>
                      <a:pt x="10623" y="48442"/>
                      <a:pt x="29533" y="29533"/>
                    </a:cubicBezTo>
                    <a:cubicBezTo>
                      <a:pt x="48442" y="10623"/>
                      <a:pt x="74089" y="0"/>
                      <a:pt x="100831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164523" cy="453165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6983459" cy="873742"/>
              <a:chOff x="0" y="0"/>
              <a:chExt cx="1557598" cy="1948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55759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7598">
                    <a:moveTo>
                      <a:pt x="75385" y="0"/>
                    </a:moveTo>
                    <a:lnTo>
                      <a:pt x="1482213" y="0"/>
                    </a:lnTo>
                    <a:cubicBezTo>
                      <a:pt x="1523847" y="0"/>
                      <a:pt x="1557598" y="33751"/>
                      <a:pt x="1557598" y="75385"/>
                    </a:cubicBezTo>
                    <a:lnTo>
                      <a:pt x="1557598" y="119495"/>
                    </a:lnTo>
                    <a:cubicBezTo>
                      <a:pt x="1557598" y="161129"/>
                      <a:pt x="1523847" y="194880"/>
                      <a:pt x="1482213" y="194880"/>
                    </a:cubicBezTo>
                    <a:lnTo>
                      <a:pt x="75385" y="194880"/>
                    </a:lnTo>
                    <a:cubicBezTo>
                      <a:pt x="33751" y="194880"/>
                      <a:pt x="0" y="161129"/>
                      <a:pt x="0" y="119495"/>
                    </a:cubicBezTo>
                    <a:lnTo>
                      <a:pt x="0" y="75385"/>
                    </a:lnTo>
                    <a:cubicBezTo>
                      <a:pt x="0" y="33751"/>
                      <a:pt x="33751" y="0"/>
                      <a:pt x="7538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557598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35996" y="995380"/>
              <a:ext cx="5555737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7 * 1.5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1045160" y="2387519"/>
              <a:ext cx="2830196" cy="533885"/>
              <a:chOff x="0" y="0"/>
              <a:chExt cx="1016012" cy="191659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01601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16012">
                    <a:moveTo>
                      <a:pt x="95830" y="0"/>
                    </a:moveTo>
                    <a:lnTo>
                      <a:pt x="920182" y="0"/>
                    </a:lnTo>
                    <a:cubicBezTo>
                      <a:pt x="945598" y="0"/>
                      <a:pt x="969972" y="10096"/>
                      <a:pt x="987944" y="28068"/>
                    </a:cubicBezTo>
                    <a:cubicBezTo>
                      <a:pt x="1005915" y="46039"/>
                      <a:pt x="1016012" y="70414"/>
                      <a:pt x="1016012" y="95830"/>
                    </a:cubicBezTo>
                    <a:lnTo>
                      <a:pt x="1016012" y="95830"/>
                    </a:lnTo>
                    <a:cubicBezTo>
                      <a:pt x="1016012" y="148755"/>
                      <a:pt x="973107" y="191659"/>
                      <a:pt x="92018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101601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1290953" y="2476266"/>
              <a:ext cx="25844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10.5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504624" y="175821"/>
              <a:ext cx="476770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Multiplicação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true" rot="0">
            <a:off x="3778094" y="7000461"/>
            <a:ext cx="447031" cy="457907"/>
          </a:xfrm>
          <a:custGeom>
            <a:avLst/>
            <a:gdLst/>
            <a:ahLst/>
            <a:cxnLst/>
            <a:rect r="r" b="b" t="t" l="l"/>
            <a:pathLst>
              <a:path h="457907" w="447031">
                <a:moveTo>
                  <a:pt x="0" y="457907"/>
                </a:moveTo>
                <a:lnTo>
                  <a:pt x="447032" y="457907"/>
                </a:lnTo>
                <a:lnTo>
                  <a:pt x="447032" y="0"/>
                </a:lnTo>
                <a:lnTo>
                  <a:pt x="0" y="0"/>
                </a:lnTo>
                <a:lnTo>
                  <a:pt x="0" y="45790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5978719" y="6589478"/>
            <a:ext cx="6330563" cy="2216593"/>
            <a:chOff x="0" y="0"/>
            <a:chExt cx="8440750" cy="2955458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510736"/>
              <a:ext cx="5043850" cy="1878339"/>
              <a:chOff x="0" y="0"/>
              <a:chExt cx="1230741" cy="45833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230741" cy="458330"/>
              </a:xfrm>
              <a:custGeom>
                <a:avLst/>
                <a:gdLst/>
                <a:ahLst/>
                <a:cxnLst/>
                <a:rect r="r" b="b" t="t" l="l"/>
                <a:pathLst>
                  <a:path h="458330" w="1230741">
                    <a:moveTo>
                      <a:pt x="104375" y="0"/>
                    </a:moveTo>
                    <a:lnTo>
                      <a:pt x="1126366" y="0"/>
                    </a:lnTo>
                    <a:cubicBezTo>
                      <a:pt x="1184011" y="0"/>
                      <a:pt x="1230741" y="46730"/>
                      <a:pt x="1230741" y="104375"/>
                    </a:cubicBezTo>
                    <a:lnTo>
                      <a:pt x="1230741" y="353956"/>
                    </a:lnTo>
                    <a:cubicBezTo>
                      <a:pt x="1230741" y="381637"/>
                      <a:pt x="1219744" y="408186"/>
                      <a:pt x="1200170" y="427760"/>
                    </a:cubicBezTo>
                    <a:cubicBezTo>
                      <a:pt x="1180596" y="447334"/>
                      <a:pt x="1154048" y="458330"/>
                      <a:pt x="1126366" y="458330"/>
                    </a:cubicBezTo>
                    <a:lnTo>
                      <a:pt x="104375" y="458330"/>
                    </a:lnTo>
                    <a:cubicBezTo>
                      <a:pt x="76693" y="458330"/>
                      <a:pt x="50145" y="447334"/>
                      <a:pt x="30571" y="427760"/>
                    </a:cubicBezTo>
                    <a:cubicBezTo>
                      <a:pt x="10997" y="408186"/>
                      <a:pt x="0" y="381637"/>
                      <a:pt x="0" y="353956"/>
                    </a:cubicBezTo>
                    <a:lnTo>
                      <a:pt x="0" y="104375"/>
                    </a:lnTo>
                    <a:cubicBezTo>
                      <a:pt x="0" y="76693"/>
                      <a:pt x="10997" y="50145"/>
                      <a:pt x="30571" y="30571"/>
                    </a:cubicBezTo>
                    <a:cubicBezTo>
                      <a:pt x="50145" y="10997"/>
                      <a:pt x="76693" y="0"/>
                      <a:pt x="104375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1230741" cy="496430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0"/>
              <a:ext cx="7929310" cy="855490"/>
              <a:chOff x="0" y="0"/>
              <a:chExt cx="1934817" cy="208747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934817" cy="208747"/>
              </a:xfrm>
              <a:custGeom>
                <a:avLst/>
                <a:gdLst/>
                <a:ahLst/>
                <a:cxnLst/>
                <a:rect r="r" b="b" t="t" l="l"/>
                <a:pathLst>
                  <a:path h="208747" w="1934817">
                    <a:moveTo>
                      <a:pt x="66393" y="0"/>
                    </a:moveTo>
                    <a:lnTo>
                      <a:pt x="1868424" y="0"/>
                    </a:lnTo>
                    <a:cubicBezTo>
                      <a:pt x="1886033" y="0"/>
                      <a:pt x="1902920" y="6995"/>
                      <a:pt x="1915371" y="19446"/>
                    </a:cubicBezTo>
                    <a:cubicBezTo>
                      <a:pt x="1927822" y="31897"/>
                      <a:pt x="1934817" y="48784"/>
                      <a:pt x="1934817" y="66393"/>
                    </a:cubicBezTo>
                    <a:lnTo>
                      <a:pt x="1934817" y="142354"/>
                    </a:lnTo>
                    <a:cubicBezTo>
                      <a:pt x="1934817" y="159962"/>
                      <a:pt x="1927822" y="176849"/>
                      <a:pt x="1915371" y="189301"/>
                    </a:cubicBezTo>
                    <a:cubicBezTo>
                      <a:pt x="1902920" y="201752"/>
                      <a:pt x="1886033" y="208747"/>
                      <a:pt x="1868424" y="208747"/>
                    </a:cubicBezTo>
                    <a:lnTo>
                      <a:pt x="66393" y="208747"/>
                    </a:lnTo>
                    <a:cubicBezTo>
                      <a:pt x="29725" y="208747"/>
                      <a:pt x="0" y="179021"/>
                      <a:pt x="0" y="142354"/>
                    </a:cubicBezTo>
                    <a:lnTo>
                      <a:pt x="0" y="66393"/>
                    </a:lnTo>
                    <a:cubicBezTo>
                      <a:pt x="0" y="29725"/>
                      <a:pt x="29725" y="0"/>
                      <a:pt x="66393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66675"/>
                <a:ext cx="1934817" cy="275422"/>
              </a:xfrm>
              <a:prstGeom prst="rect">
                <a:avLst/>
              </a:prstGeom>
            </p:spPr>
            <p:txBody>
              <a:bodyPr anchor="ctr" rtlCol="false" tIns="41124" lIns="41124" bIns="41124" rIns="41124"/>
              <a:lstStyle/>
              <a:p>
                <a:pPr algn="ctr">
                  <a:lnSpc>
                    <a:spcPts val="4200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307124" y="966675"/>
              <a:ext cx="7087552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7 // 2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  <p:grpSp>
          <p:nvGrpSpPr>
            <p:cNvPr name="Group 62" id="62"/>
            <p:cNvGrpSpPr/>
            <p:nvPr/>
          </p:nvGrpSpPr>
          <p:grpSpPr>
            <a:xfrm rot="0">
              <a:off x="1112110" y="2389075"/>
              <a:ext cx="2182433" cy="566383"/>
              <a:chOff x="0" y="0"/>
              <a:chExt cx="857122" cy="222439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857122" cy="222439"/>
              </a:xfrm>
              <a:custGeom>
                <a:avLst/>
                <a:gdLst/>
                <a:ahLst/>
                <a:cxnLst/>
                <a:rect r="r" b="b" t="t" l="l"/>
                <a:pathLst>
                  <a:path h="222439" w="857122">
                    <a:moveTo>
                      <a:pt x="111220" y="0"/>
                    </a:moveTo>
                    <a:lnTo>
                      <a:pt x="745903" y="0"/>
                    </a:lnTo>
                    <a:cubicBezTo>
                      <a:pt x="775400" y="0"/>
                      <a:pt x="803689" y="11718"/>
                      <a:pt x="824547" y="32576"/>
                    </a:cubicBezTo>
                    <a:cubicBezTo>
                      <a:pt x="845405" y="53433"/>
                      <a:pt x="857122" y="81722"/>
                      <a:pt x="857122" y="111220"/>
                    </a:cubicBezTo>
                    <a:lnTo>
                      <a:pt x="857122" y="111220"/>
                    </a:lnTo>
                    <a:cubicBezTo>
                      <a:pt x="857122" y="140717"/>
                      <a:pt x="845405" y="169006"/>
                      <a:pt x="824547" y="189864"/>
                    </a:cubicBezTo>
                    <a:cubicBezTo>
                      <a:pt x="803689" y="210722"/>
                      <a:pt x="775400" y="222439"/>
                      <a:pt x="745903" y="222439"/>
                    </a:cubicBezTo>
                    <a:lnTo>
                      <a:pt x="111220" y="222439"/>
                    </a:lnTo>
                    <a:cubicBezTo>
                      <a:pt x="81722" y="222439"/>
                      <a:pt x="53433" y="210722"/>
                      <a:pt x="32576" y="189864"/>
                    </a:cubicBezTo>
                    <a:cubicBezTo>
                      <a:pt x="11718" y="169006"/>
                      <a:pt x="0" y="140717"/>
                      <a:pt x="0" y="111220"/>
                    </a:cubicBezTo>
                    <a:lnTo>
                      <a:pt x="0" y="111220"/>
                    </a:lnTo>
                    <a:cubicBezTo>
                      <a:pt x="0" y="81722"/>
                      <a:pt x="11718" y="53433"/>
                      <a:pt x="32576" y="32576"/>
                    </a:cubicBezTo>
                    <a:cubicBezTo>
                      <a:pt x="53433" y="11718"/>
                      <a:pt x="81722" y="0"/>
                      <a:pt x="11122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857122" cy="260539"/>
              </a:xfrm>
              <a:prstGeom prst="rect">
                <a:avLst/>
              </a:prstGeom>
            </p:spPr>
            <p:txBody>
              <a:bodyPr anchor="ctr" rtlCol="false" tIns="25550" lIns="25550" bIns="25550" rIns="2555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1341607" y="2467359"/>
              <a:ext cx="1952936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3 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275334" y="173486"/>
              <a:ext cx="8165416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Divisão inteira (//)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51926" y="6589478"/>
            <a:ext cx="4418799" cy="2191053"/>
            <a:chOff x="0" y="0"/>
            <a:chExt cx="5891732" cy="2921404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496579"/>
              <a:ext cx="5221113" cy="1860936"/>
              <a:chOff x="0" y="0"/>
              <a:chExt cx="1164523" cy="415065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164523" cy="415065"/>
              </a:xfrm>
              <a:custGeom>
                <a:avLst/>
                <a:gdLst/>
                <a:ahLst/>
                <a:cxnLst/>
                <a:rect r="r" b="b" t="t" l="l"/>
                <a:pathLst>
                  <a:path h="415065" w="1164523">
                    <a:moveTo>
                      <a:pt x="100831" y="0"/>
                    </a:moveTo>
                    <a:lnTo>
                      <a:pt x="1063692" y="0"/>
                    </a:lnTo>
                    <a:cubicBezTo>
                      <a:pt x="1090434" y="0"/>
                      <a:pt x="1116081" y="10623"/>
                      <a:pt x="1134990" y="29533"/>
                    </a:cubicBezTo>
                    <a:cubicBezTo>
                      <a:pt x="1153899" y="48442"/>
                      <a:pt x="1164523" y="74089"/>
                      <a:pt x="1164523" y="100831"/>
                    </a:cubicBezTo>
                    <a:lnTo>
                      <a:pt x="1164523" y="314234"/>
                    </a:lnTo>
                    <a:cubicBezTo>
                      <a:pt x="1164523" y="340976"/>
                      <a:pt x="1153899" y="366623"/>
                      <a:pt x="1134990" y="385532"/>
                    </a:cubicBezTo>
                    <a:cubicBezTo>
                      <a:pt x="1116081" y="404442"/>
                      <a:pt x="1090434" y="415065"/>
                      <a:pt x="1063692" y="415065"/>
                    </a:cubicBezTo>
                    <a:lnTo>
                      <a:pt x="100831" y="415065"/>
                    </a:lnTo>
                    <a:cubicBezTo>
                      <a:pt x="45144" y="415065"/>
                      <a:pt x="0" y="369922"/>
                      <a:pt x="0" y="314234"/>
                    </a:cubicBezTo>
                    <a:lnTo>
                      <a:pt x="0" y="100831"/>
                    </a:lnTo>
                    <a:cubicBezTo>
                      <a:pt x="0" y="74089"/>
                      <a:pt x="10623" y="48442"/>
                      <a:pt x="29533" y="29533"/>
                    </a:cubicBezTo>
                    <a:cubicBezTo>
                      <a:pt x="48442" y="10623"/>
                      <a:pt x="74089" y="0"/>
                      <a:pt x="100831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1164523" cy="453165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0">
              <a:off x="0" y="0"/>
              <a:ext cx="3158960" cy="873742"/>
              <a:chOff x="0" y="0"/>
              <a:chExt cx="704578" cy="19488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704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04578">
                    <a:moveTo>
                      <a:pt x="97440" y="0"/>
                    </a:moveTo>
                    <a:lnTo>
                      <a:pt x="607138" y="0"/>
                    </a:lnTo>
                    <a:cubicBezTo>
                      <a:pt x="632980" y="0"/>
                      <a:pt x="657765" y="10266"/>
                      <a:pt x="676038" y="28540"/>
                    </a:cubicBezTo>
                    <a:cubicBezTo>
                      <a:pt x="694312" y="46813"/>
                      <a:pt x="704578" y="71597"/>
                      <a:pt x="704578" y="97440"/>
                    </a:cubicBezTo>
                    <a:lnTo>
                      <a:pt x="704578" y="97440"/>
                    </a:lnTo>
                    <a:cubicBezTo>
                      <a:pt x="704578" y="123283"/>
                      <a:pt x="694312" y="148067"/>
                      <a:pt x="676038" y="166341"/>
                    </a:cubicBezTo>
                    <a:cubicBezTo>
                      <a:pt x="657765" y="184614"/>
                      <a:pt x="632980" y="194880"/>
                      <a:pt x="607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704578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4" id="74"/>
            <p:cNvSpPr/>
            <p:nvPr/>
          </p:nvSpPr>
          <p:spPr>
            <a:xfrm flipH="false" flipV="true" rot="0">
              <a:off x="393087" y="2158423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5" id="75"/>
            <p:cNvGrpSpPr/>
            <p:nvPr/>
          </p:nvGrpSpPr>
          <p:grpSpPr>
            <a:xfrm rot="0">
              <a:off x="1045160" y="2387519"/>
              <a:ext cx="2830196" cy="533885"/>
              <a:chOff x="0" y="0"/>
              <a:chExt cx="1016012" cy="191659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101601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16012">
                    <a:moveTo>
                      <a:pt x="95830" y="0"/>
                    </a:moveTo>
                    <a:lnTo>
                      <a:pt x="920182" y="0"/>
                    </a:lnTo>
                    <a:cubicBezTo>
                      <a:pt x="945598" y="0"/>
                      <a:pt x="969972" y="10096"/>
                      <a:pt x="987944" y="28068"/>
                    </a:cubicBezTo>
                    <a:cubicBezTo>
                      <a:pt x="1005915" y="46039"/>
                      <a:pt x="1016012" y="70414"/>
                      <a:pt x="1016012" y="95830"/>
                    </a:cubicBezTo>
                    <a:lnTo>
                      <a:pt x="1016012" y="95830"/>
                    </a:lnTo>
                    <a:cubicBezTo>
                      <a:pt x="1016012" y="148755"/>
                      <a:pt x="973107" y="191659"/>
                      <a:pt x="92018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38100"/>
                <a:ext cx="101601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78" id="78"/>
            <p:cNvSpPr txBox="true"/>
            <p:nvPr/>
          </p:nvSpPr>
          <p:spPr>
            <a:xfrm rot="0">
              <a:off x="1290953" y="2476266"/>
              <a:ext cx="25844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2.25</a:t>
              </a:r>
            </a:p>
          </p:txBody>
        </p:sp>
        <p:sp>
          <p:nvSpPr>
            <p:cNvPr name="TextBox 79" id="79"/>
            <p:cNvSpPr txBox="true"/>
            <p:nvPr/>
          </p:nvSpPr>
          <p:spPr>
            <a:xfrm rot="0">
              <a:off x="504624" y="175821"/>
              <a:ext cx="476770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Divisão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0">
              <a:off x="335996" y="995380"/>
              <a:ext cx="5555737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9 / 4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106667" y="6589478"/>
            <a:ext cx="4418799" cy="2191053"/>
            <a:chOff x="0" y="0"/>
            <a:chExt cx="5891732" cy="2921404"/>
          </a:xfrm>
        </p:grpSpPr>
        <p:grpSp>
          <p:nvGrpSpPr>
            <p:cNvPr name="Group 82" id="82"/>
            <p:cNvGrpSpPr/>
            <p:nvPr/>
          </p:nvGrpSpPr>
          <p:grpSpPr>
            <a:xfrm rot="0">
              <a:off x="0" y="496579"/>
              <a:ext cx="5221113" cy="1860936"/>
              <a:chOff x="0" y="0"/>
              <a:chExt cx="1164523" cy="415065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1164523" cy="415065"/>
              </a:xfrm>
              <a:custGeom>
                <a:avLst/>
                <a:gdLst/>
                <a:ahLst/>
                <a:cxnLst/>
                <a:rect r="r" b="b" t="t" l="l"/>
                <a:pathLst>
                  <a:path h="415065" w="1164523">
                    <a:moveTo>
                      <a:pt x="100831" y="0"/>
                    </a:moveTo>
                    <a:lnTo>
                      <a:pt x="1063692" y="0"/>
                    </a:lnTo>
                    <a:cubicBezTo>
                      <a:pt x="1090434" y="0"/>
                      <a:pt x="1116081" y="10623"/>
                      <a:pt x="1134990" y="29533"/>
                    </a:cubicBezTo>
                    <a:cubicBezTo>
                      <a:pt x="1153899" y="48442"/>
                      <a:pt x="1164523" y="74089"/>
                      <a:pt x="1164523" y="100831"/>
                    </a:cubicBezTo>
                    <a:lnTo>
                      <a:pt x="1164523" y="314234"/>
                    </a:lnTo>
                    <a:cubicBezTo>
                      <a:pt x="1164523" y="340976"/>
                      <a:pt x="1153899" y="366623"/>
                      <a:pt x="1134990" y="385532"/>
                    </a:cubicBezTo>
                    <a:cubicBezTo>
                      <a:pt x="1116081" y="404442"/>
                      <a:pt x="1090434" y="415065"/>
                      <a:pt x="1063692" y="415065"/>
                    </a:cubicBezTo>
                    <a:lnTo>
                      <a:pt x="100831" y="415065"/>
                    </a:lnTo>
                    <a:cubicBezTo>
                      <a:pt x="45144" y="415065"/>
                      <a:pt x="0" y="369922"/>
                      <a:pt x="0" y="314234"/>
                    </a:cubicBezTo>
                    <a:lnTo>
                      <a:pt x="0" y="100831"/>
                    </a:lnTo>
                    <a:cubicBezTo>
                      <a:pt x="0" y="74089"/>
                      <a:pt x="10623" y="48442"/>
                      <a:pt x="29533" y="29533"/>
                    </a:cubicBezTo>
                    <a:cubicBezTo>
                      <a:pt x="48442" y="10623"/>
                      <a:pt x="74089" y="0"/>
                      <a:pt x="100831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1164523" cy="453165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85" id="85"/>
            <p:cNvGrpSpPr/>
            <p:nvPr/>
          </p:nvGrpSpPr>
          <p:grpSpPr>
            <a:xfrm rot="0">
              <a:off x="0" y="0"/>
              <a:ext cx="3158960" cy="873742"/>
              <a:chOff x="0" y="0"/>
              <a:chExt cx="704578" cy="194880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704578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04578">
                    <a:moveTo>
                      <a:pt x="97440" y="0"/>
                    </a:moveTo>
                    <a:lnTo>
                      <a:pt x="607138" y="0"/>
                    </a:lnTo>
                    <a:cubicBezTo>
                      <a:pt x="632980" y="0"/>
                      <a:pt x="657765" y="10266"/>
                      <a:pt x="676038" y="28540"/>
                    </a:cubicBezTo>
                    <a:cubicBezTo>
                      <a:pt x="694312" y="46813"/>
                      <a:pt x="704578" y="71597"/>
                      <a:pt x="704578" y="97440"/>
                    </a:cubicBezTo>
                    <a:lnTo>
                      <a:pt x="704578" y="97440"/>
                    </a:lnTo>
                    <a:cubicBezTo>
                      <a:pt x="704578" y="123283"/>
                      <a:pt x="694312" y="148067"/>
                      <a:pt x="676038" y="166341"/>
                    </a:cubicBezTo>
                    <a:cubicBezTo>
                      <a:pt x="657765" y="184614"/>
                      <a:pt x="632980" y="194880"/>
                      <a:pt x="607138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87" id="87"/>
              <p:cNvSpPr txBox="true"/>
              <p:nvPr/>
            </p:nvSpPr>
            <p:spPr>
              <a:xfrm>
                <a:off x="0" y="-38100"/>
                <a:ext cx="704578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88" id="88"/>
            <p:cNvSpPr/>
            <p:nvPr/>
          </p:nvSpPr>
          <p:spPr>
            <a:xfrm flipH="false" flipV="true" rot="0">
              <a:off x="393087" y="2158423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9" id="89"/>
            <p:cNvGrpSpPr/>
            <p:nvPr/>
          </p:nvGrpSpPr>
          <p:grpSpPr>
            <a:xfrm rot="0">
              <a:off x="1045160" y="2387519"/>
              <a:ext cx="2830196" cy="533885"/>
              <a:chOff x="0" y="0"/>
              <a:chExt cx="1016012" cy="191659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01601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16012">
                    <a:moveTo>
                      <a:pt x="95830" y="0"/>
                    </a:moveTo>
                    <a:lnTo>
                      <a:pt x="920182" y="0"/>
                    </a:lnTo>
                    <a:cubicBezTo>
                      <a:pt x="945598" y="0"/>
                      <a:pt x="969972" y="10096"/>
                      <a:pt x="987944" y="28068"/>
                    </a:cubicBezTo>
                    <a:cubicBezTo>
                      <a:pt x="1005915" y="46039"/>
                      <a:pt x="1016012" y="70414"/>
                      <a:pt x="1016012" y="95830"/>
                    </a:cubicBezTo>
                    <a:lnTo>
                      <a:pt x="1016012" y="95830"/>
                    </a:lnTo>
                    <a:cubicBezTo>
                      <a:pt x="1016012" y="148755"/>
                      <a:pt x="973107" y="191659"/>
                      <a:pt x="92018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38100"/>
                <a:ext cx="101601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92" id="92"/>
            <p:cNvSpPr txBox="true"/>
            <p:nvPr/>
          </p:nvSpPr>
          <p:spPr>
            <a:xfrm rot="0">
              <a:off x="1290953" y="2476266"/>
              <a:ext cx="25844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3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504624" y="175821"/>
              <a:ext cx="4767705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Módulo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335996" y="995380"/>
              <a:ext cx="5555737" cy="1003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15 % 4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print(resultado)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87890"/>
            <a:ext cx="15150979" cy="1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0"/>
              </a:lnSpc>
            </a:pPr>
            <a:r>
              <a:rPr lang="en-US" sz="6500" i="true" spc="-669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REVISÃO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408624" y="1806860"/>
            <a:ext cx="19360638" cy="948513"/>
            <a:chOff x="0" y="0"/>
            <a:chExt cx="5099098" cy="2498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9098" cy="249814"/>
            </a:xfrm>
            <a:custGeom>
              <a:avLst/>
              <a:gdLst/>
              <a:ahLst/>
              <a:cxnLst/>
              <a:rect r="r" b="b" t="t" l="l"/>
              <a:pathLst>
                <a:path h="249814" w="5099098">
                  <a:moveTo>
                    <a:pt x="20394" y="0"/>
                  </a:moveTo>
                  <a:lnTo>
                    <a:pt x="5078704" y="0"/>
                  </a:lnTo>
                  <a:cubicBezTo>
                    <a:pt x="5089968" y="0"/>
                    <a:pt x="5099098" y="9131"/>
                    <a:pt x="5099098" y="20394"/>
                  </a:cubicBezTo>
                  <a:lnTo>
                    <a:pt x="5099098" y="229420"/>
                  </a:lnTo>
                  <a:cubicBezTo>
                    <a:pt x="5099098" y="240684"/>
                    <a:pt x="5089968" y="249814"/>
                    <a:pt x="5078704" y="249814"/>
                  </a:cubicBezTo>
                  <a:lnTo>
                    <a:pt x="20394" y="249814"/>
                  </a:lnTo>
                  <a:cubicBezTo>
                    <a:pt x="9131" y="249814"/>
                    <a:pt x="0" y="240684"/>
                    <a:pt x="0" y="229420"/>
                  </a:cubicBezTo>
                  <a:lnTo>
                    <a:pt x="0" y="20394"/>
                  </a:lnTo>
                  <a:cubicBezTo>
                    <a:pt x="0" y="9131"/>
                    <a:pt x="9131" y="0"/>
                    <a:pt x="2039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9098" cy="28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80882" y="2042991"/>
            <a:ext cx="1482447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Bibliotecas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51836" y="3408312"/>
            <a:ext cx="5218978" cy="1955389"/>
            <a:chOff x="0" y="0"/>
            <a:chExt cx="6958637" cy="260718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496579"/>
              <a:ext cx="3829572" cy="2110606"/>
              <a:chOff x="0" y="0"/>
              <a:chExt cx="854152" cy="47075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54152" cy="470752"/>
              </a:xfrm>
              <a:custGeom>
                <a:avLst/>
                <a:gdLst/>
                <a:ahLst/>
                <a:cxnLst/>
                <a:rect r="r" b="b" t="t" l="l"/>
                <a:pathLst>
                  <a:path h="470752" w="854152">
                    <a:moveTo>
                      <a:pt x="137470" y="0"/>
                    </a:moveTo>
                    <a:lnTo>
                      <a:pt x="716682" y="0"/>
                    </a:lnTo>
                    <a:cubicBezTo>
                      <a:pt x="753141" y="0"/>
                      <a:pt x="788107" y="14483"/>
                      <a:pt x="813888" y="40264"/>
                    </a:cubicBezTo>
                    <a:cubicBezTo>
                      <a:pt x="839669" y="66045"/>
                      <a:pt x="854152" y="101011"/>
                      <a:pt x="854152" y="137470"/>
                    </a:cubicBezTo>
                    <a:lnTo>
                      <a:pt x="854152" y="333282"/>
                    </a:lnTo>
                    <a:cubicBezTo>
                      <a:pt x="854152" y="369741"/>
                      <a:pt x="839669" y="404707"/>
                      <a:pt x="813888" y="430488"/>
                    </a:cubicBezTo>
                    <a:cubicBezTo>
                      <a:pt x="788107" y="456268"/>
                      <a:pt x="753141" y="470752"/>
                      <a:pt x="716682" y="470752"/>
                    </a:cubicBezTo>
                    <a:lnTo>
                      <a:pt x="137470" y="470752"/>
                    </a:lnTo>
                    <a:cubicBezTo>
                      <a:pt x="101011" y="470752"/>
                      <a:pt x="66045" y="456268"/>
                      <a:pt x="40264" y="430488"/>
                    </a:cubicBezTo>
                    <a:cubicBezTo>
                      <a:pt x="14483" y="404707"/>
                      <a:pt x="0" y="369741"/>
                      <a:pt x="0" y="333282"/>
                    </a:cubicBezTo>
                    <a:lnTo>
                      <a:pt x="0" y="137470"/>
                    </a:lnTo>
                    <a:cubicBezTo>
                      <a:pt x="0" y="101011"/>
                      <a:pt x="14483" y="66045"/>
                      <a:pt x="40264" y="40264"/>
                    </a:cubicBezTo>
                    <a:cubicBezTo>
                      <a:pt x="66045" y="14483"/>
                      <a:pt x="101011" y="0"/>
                      <a:pt x="13747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54152" cy="508852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35996" y="995380"/>
              <a:ext cx="3468177" cy="1600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import math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print(math.pi)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math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1836" y="6071147"/>
            <a:ext cx="8341284" cy="2689621"/>
            <a:chOff x="0" y="0"/>
            <a:chExt cx="11121712" cy="358616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496579"/>
              <a:ext cx="10297182" cy="2711313"/>
              <a:chOff x="0" y="0"/>
              <a:chExt cx="2296694" cy="60473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296695" cy="604734"/>
              </a:xfrm>
              <a:custGeom>
                <a:avLst/>
                <a:gdLst/>
                <a:ahLst/>
                <a:cxnLst/>
                <a:rect r="r" b="b" t="t" l="l"/>
                <a:pathLst>
                  <a:path h="604734" w="2296695">
                    <a:moveTo>
                      <a:pt x="51126" y="0"/>
                    </a:moveTo>
                    <a:lnTo>
                      <a:pt x="2245569" y="0"/>
                    </a:lnTo>
                    <a:cubicBezTo>
                      <a:pt x="2273805" y="0"/>
                      <a:pt x="2296695" y="22890"/>
                      <a:pt x="2296695" y="51126"/>
                    </a:cubicBezTo>
                    <a:lnTo>
                      <a:pt x="2296695" y="553608"/>
                    </a:lnTo>
                    <a:cubicBezTo>
                      <a:pt x="2296695" y="581844"/>
                      <a:pt x="2273805" y="604734"/>
                      <a:pt x="2245569" y="604734"/>
                    </a:cubicBezTo>
                    <a:lnTo>
                      <a:pt x="51126" y="604734"/>
                    </a:lnTo>
                    <a:cubicBezTo>
                      <a:pt x="22890" y="604734"/>
                      <a:pt x="0" y="581844"/>
                      <a:pt x="0" y="553608"/>
                    </a:cubicBezTo>
                    <a:lnTo>
                      <a:pt x="0" y="51126"/>
                    </a:lnTo>
                    <a:cubicBezTo>
                      <a:pt x="0" y="22890"/>
                      <a:pt x="22890" y="0"/>
                      <a:pt x="51126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296694" cy="642834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35996" y="995380"/>
              <a:ext cx="10785717" cy="25907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import random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nomes = ["Ana", "Bruno", "Carlos", "Duda"]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sorteado = random.choice(nomes)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print(sorteado)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random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042104" y="3408312"/>
            <a:ext cx="6081928" cy="2318146"/>
            <a:chOff x="0" y="0"/>
            <a:chExt cx="8109237" cy="3090862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496579"/>
              <a:ext cx="7854308" cy="2377306"/>
              <a:chOff x="0" y="0"/>
              <a:chExt cx="1751833" cy="53023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751833" cy="530237"/>
              </a:xfrm>
              <a:custGeom>
                <a:avLst/>
                <a:gdLst/>
                <a:ahLst/>
                <a:cxnLst/>
                <a:rect r="r" b="b" t="t" l="l"/>
                <a:pathLst>
                  <a:path h="530237" w="1751833">
                    <a:moveTo>
                      <a:pt x="67027" y="0"/>
                    </a:moveTo>
                    <a:lnTo>
                      <a:pt x="1684806" y="0"/>
                    </a:lnTo>
                    <a:cubicBezTo>
                      <a:pt x="1702583" y="0"/>
                      <a:pt x="1719631" y="7062"/>
                      <a:pt x="1732201" y="19632"/>
                    </a:cubicBezTo>
                    <a:cubicBezTo>
                      <a:pt x="1744771" y="32202"/>
                      <a:pt x="1751833" y="49250"/>
                      <a:pt x="1751833" y="67027"/>
                    </a:cubicBezTo>
                    <a:lnTo>
                      <a:pt x="1751833" y="463210"/>
                    </a:lnTo>
                    <a:cubicBezTo>
                      <a:pt x="1751833" y="480986"/>
                      <a:pt x="1744771" y="498035"/>
                      <a:pt x="1732201" y="510605"/>
                    </a:cubicBezTo>
                    <a:cubicBezTo>
                      <a:pt x="1719631" y="523175"/>
                      <a:pt x="1702583" y="530237"/>
                      <a:pt x="1684806" y="530237"/>
                    </a:cubicBezTo>
                    <a:lnTo>
                      <a:pt x="67027" y="530237"/>
                    </a:lnTo>
                    <a:cubicBezTo>
                      <a:pt x="49250" y="530237"/>
                      <a:pt x="32202" y="523175"/>
                      <a:pt x="19632" y="510605"/>
                    </a:cubicBezTo>
                    <a:cubicBezTo>
                      <a:pt x="7062" y="498035"/>
                      <a:pt x="0" y="480986"/>
                      <a:pt x="0" y="463210"/>
                    </a:cubicBezTo>
                    <a:lnTo>
                      <a:pt x="0" y="67027"/>
                    </a:lnTo>
                    <a:cubicBezTo>
                      <a:pt x="0" y="49250"/>
                      <a:pt x="7062" y="32202"/>
                      <a:pt x="19632" y="19632"/>
                    </a:cubicBezTo>
                    <a:cubicBezTo>
                      <a:pt x="32202" y="7062"/>
                      <a:pt x="49250" y="0"/>
                      <a:pt x="6702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751833" cy="568337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35996" y="995380"/>
              <a:ext cx="7773241" cy="2095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import numpy as np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arr = np.array([1, 2, 3, 4, 5])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print(arr * 2)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numpy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06072" y="3408312"/>
            <a:ext cx="6081928" cy="2318146"/>
            <a:chOff x="0" y="0"/>
            <a:chExt cx="8109237" cy="3090862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496579"/>
              <a:ext cx="7854308" cy="2377306"/>
              <a:chOff x="0" y="0"/>
              <a:chExt cx="1751833" cy="53023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751833" cy="530237"/>
              </a:xfrm>
              <a:custGeom>
                <a:avLst/>
                <a:gdLst/>
                <a:ahLst/>
                <a:cxnLst/>
                <a:rect r="r" b="b" t="t" l="l"/>
                <a:pathLst>
                  <a:path h="530237" w="1751833">
                    <a:moveTo>
                      <a:pt x="67027" y="0"/>
                    </a:moveTo>
                    <a:lnTo>
                      <a:pt x="1684806" y="0"/>
                    </a:lnTo>
                    <a:cubicBezTo>
                      <a:pt x="1702583" y="0"/>
                      <a:pt x="1719631" y="7062"/>
                      <a:pt x="1732201" y="19632"/>
                    </a:cubicBezTo>
                    <a:cubicBezTo>
                      <a:pt x="1744771" y="32202"/>
                      <a:pt x="1751833" y="49250"/>
                      <a:pt x="1751833" y="67027"/>
                    </a:cubicBezTo>
                    <a:lnTo>
                      <a:pt x="1751833" y="463210"/>
                    </a:lnTo>
                    <a:cubicBezTo>
                      <a:pt x="1751833" y="480986"/>
                      <a:pt x="1744771" y="498035"/>
                      <a:pt x="1732201" y="510605"/>
                    </a:cubicBezTo>
                    <a:cubicBezTo>
                      <a:pt x="1719631" y="523175"/>
                      <a:pt x="1702583" y="530237"/>
                      <a:pt x="1684806" y="530237"/>
                    </a:cubicBezTo>
                    <a:lnTo>
                      <a:pt x="67027" y="530237"/>
                    </a:lnTo>
                    <a:cubicBezTo>
                      <a:pt x="49250" y="530237"/>
                      <a:pt x="32202" y="523175"/>
                      <a:pt x="19632" y="510605"/>
                    </a:cubicBezTo>
                    <a:cubicBezTo>
                      <a:pt x="7062" y="498035"/>
                      <a:pt x="0" y="480986"/>
                      <a:pt x="0" y="463210"/>
                    </a:cubicBezTo>
                    <a:lnTo>
                      <a:pt x="0" y="67027"/>
                    </a:lnTo>
                    <a:cubicBezTo>
                      <a:pt x="0" y="49250"/>
                      <a:pt x="7062" y="32202"/>
                      <a:pt x="19632" y="19632"/>
                    </a:cubicBezTo>
                    <a:cubicBezTo>
                      <a:pt x="32202" y="7062"/>
                      <a:pt x="49250" y="0"/>
                      <a:pt x="6702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751833" cy="568337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35996" y="995380"/>
              <a:ext cx="7773241" cy="20954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import datetime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hoje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 datetime.date.today()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print("Data de hoje:", hoje)</a:t>
              </a:r>
            </a:p>
            <a:p>
              <a:pPr algn="l">
                <a:lnSpc>
                  <a:spcPts val="3600"/>
                </a:lnSpc>
                <a:spcBef>
                  <a:spcPct val="0"/>
                </a:spcBef>
              </a:pP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datetime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918016" y="5726458"/>
            <a:ext cx="8341284" cy="4589122"/>
            <a:chOff x="0" y="0"/>
            <a:chExt cx="11121712" cy="6118829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496579"/>
              <a:ext cx="10297182" cy="5394469"/>
              <a:chOff x="0" y="0"/>
              <a:chExt cx="2296694" cy="120318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296695" cy="1203188"/>
              </a:xfrm>
              <a:custGeom>
                <a:avLst/>
                <a:gdLst/>
                <a:ahLst/>
                <a:cxnLst/>
                <a:rect r="r" b="b" t="t" l="l"/>
                <a:pathLst>
                  <a:path h="1203188" w="2296695">
                    <a:moveTo>
                      <a:pt x="51126" y="0"/>
                    </a:moveTo>
                    <a:lnTo>
                      <a:pt x="2245569" y="0"/>
                    </a:lnTo>
                    <a:cubicBezTo>
                      <a:pt x="2273805" y="0"/>
                      <a:pt x="2296695" y="22890"/>
                      <a:pt x="2296695" y="51126"/>
                    </a:cubicBezTo>
                    <a:lnTo>
                      <a:pt x="2296695" y="1152063"/>
                    </a:lnTo>
                    <a:cubicBezTo>
                      <a:pt x="2296695" y="1180298"/>
                      <a:pt x="2273805" y="1203188"/>
                      <a:pt x="2245569" y="1203188"/>
                    </a:cubicBezTo>
                    <a:lnTo>
                      <a:pt x="51126" y="1203188"/>
                    </a:lnTo>
                    <a:cubicBezTo>
                      <a:pt x="22890" y="1203188"/>
                      <a:pt x="0" y="1180298"/>
                      <a:pt x="0" y="1152063"/>
                    </a:cubicBezTo>
                    <a:lnTo>
                      <a:pt x="0" y="51126"/>
                    </a:lnTo>
                    <a:cubicBezTo>
                      <a:pt x="0" y="22890"/>
                      <a:pt x="22890" y="0"/>
                      <a:pt x="51126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2296694" cy="124128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335996" y="883267"/>
              <a:ext cx="10785717" cy="5235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import matplotlib.pyplot as plt 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# Dad</a:t>
              </a: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os para o gráfico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x = [1, 2, 2, 4]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y = [1, 4, 9, 16]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# Criação do gráfico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plt.plot(x, y)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plt.title("Meu Primeiro Gráfico com Matplotlib")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plt.xlabel("Eixo X")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plt.ylabel("Eixo Y")</a:t>
              </a:r>
            </a:p>
            <a:p>
              <a:pPr algn="l">
                <a:lnSpc>
                  <a:spcPts val="2040"/>
                </a:lnSpc>
              </a:pP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# Exibe o gráfico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spc="-100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plt.show()</a:t>
              </a:r>
            </a:p>
            <a:p>
              <a:pPr algn="l">
                <a:lnSpc>
                  <a:spcPts val="2640"/>
                </a:lnSpc>
                <a:spcBef>
                  <a:spcPct val="0"/>
                </a:spcBef>
              </a:pP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matplotlib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90779" y="3706612"/>
            <a:ext cx="14506442" cy="2873775"/>
            <a:chOff x="0" y="0"/>
            <a:chExt cx="19341922" cy="38317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341922" cy="3831700"/>
              <a:chOff x="0" y="0"/>
              <a:chExt cx="3820627" cy="7568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20626" cy="756879"/>
              </a:xfrm>
              <a:custGeom>
                <a:avLst/>
                <a:gdLst/>
                <a:ahLst/>
                <a:cxnLst/>
                <a:rect r="r" b="b" t="t" l="l"/>
                <a:pathLst>
                  <a:path h="756879" w="3820626">
                    <a:moveTo>
                      <a:pt x="27218" y="0"/>
                    </a:moveTo>
                    <a:lnTo>
                      <a:pt x="3793408" y="0"/>
                    </a:lnTo>
                    <a:cubicBezTo>
                      <a:pt x="3800627" y="0"/>
                      <a:pt x="3807550" y="2868"/>
                      <a:pt x="3812654" y="7972"/>
                    </a:cubicBezTo>
                    <a:cubicBezTo>
                      <a:pt x="3817759" y="13076"/>
                      <a:pt x="3820626" y="19999"/>
                      <a:pt x="3820626" y="27218"/>
                    </a:cubicBezTo>
                    <a:lnTo>
                      <a:pt x="3820626" y="729661"/>
                    </a:lnTo>
                    <a:cubicBezTo>
                      <a:pt x="3820626" y="736880"/>
                      <a:pt x="3817759" y="743803"/>
                      <a:pt x="3812654" y="748907"/>
                    </a:cubicBezTo>
                    <a:cubicBezTo>
                      <a:pt x="3807550" y="754011"/>
                      <a:pt x="3800627" y="756879"/>
                      <a:pt x="3793408" y="756879"/>
                    </a:cubicBezTo>
                    <a:lnTo>
                      <a:pt x="27218" y="756879"/>
                    </a:lnTo>
                    <a:cubicBezTo>
                      <a:pt x="19999" y="756879"/>
                      <a:pt x="13076" y="754011"/>
                      <a:pt x="7972" y="748907"/>
                    </a:cubicBezTo>
                    <a:cubicBezTo>
                      <a:pt x="2868" y="743803"/>
                      <a:pt x="0" y="736880"/>
                      <a:pt x="0" y="729661"/>
                    </a:cubicBezTo>
                    <a:lnTo>
                      <a:pt x="0" y="27218"/>
                    </a:lnTo>
                    <a:cubicBezTo>
                      <a:pt x="0" y="19999"/>
                      <a:pt x="2868" y="13076"/>
                      <a:pt x="7972" y="7972"/>
                    </a:cubicBezTo>
                    <a:cubicBezTo>
                      <a:pt x="13076" y="2868"/>
                      <a:pt x="19999" y="0"/>
                      <a:pt x="27218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20627" cy="794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6436" y="337593"/>
              <a:ext cx="18301972" cy="305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Uma lista é uma forma de armazenar vários dados do mesmo tipo.</a:t>
              </a:r>
            </a:p>
            <a:p>
              <a:pPr algn="just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Usar listas permite manipular esses dados de forma rápida e prática, sem precisar criar uma variável para cada um.</a:t>
              </a:r>
            </a:p>
            <a:p>
              <a:pPr algn="just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Como se fosse uma folha de papel com uma lista de compras ou de afazeres.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42063" y="2445563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que é uma lista em python?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 de algumas listas em python: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61763" y="3408312"/>
            <a:ext cx="5092507" cy="1459806"/>
            <a:chOff x="0" y="0"/>
            <a:chExt cx="6790009" cy="194640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496579"/>
              <a:ext cx="3829572" cy="1449828"/>
              <a:chOff x="0" y="0"/>
              <a:chExt cx="854152" cy="32337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54152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854152">
                    <a:moveTo>
                      <a:pt x="137470" y="0"/>
                    </a:moveTo>
                    <a:lnTo>
                      <a:pt x="716682" y="0"/>
                    </a:lnTo>
                    <a:cubicBezTo>
                      <a:pt x="753141" y="0"/>
                      <a:pt x="788107" y="14483"/>
                      <a:pt x="813888" y="40264"/>
                    </a:cubicBezTo>
                    <a:cubicBezTo>
                      <a:pt x="839669" y="66045"/>
                      <a:pt x="854152" y="101011"/>
                      <a:pt x="854152" y="137470"/>
                    </a:cubicBezTo>
                    <a:lnTo>
                      <a:pt x="854152" y="185901"/>
                    </a:lnTo>
                    <a:cubicBezTo>
                      <a:pt x="854152" y="222361"/>
                      <a:pt x="839669" y="257327"/>
                      <a:pt x="813888" y="283107"/>
                    </a:cubicBezTo>
                    <a:cubicBezTo>
                      <a:pt x="788107" y="308888"/>
                      <a:pt x="753141" y="323371"/>
                      <a:pt x="716682" y="323371"/>
                    </a:cubicBezTo>
                    <a:lnTo>
                      <a:pt x="137470" y="323371"/>
                    </a:lnTo>
                    <a:cubicBezTo>
                      <a:pt x="101011" y="323371"/>
                      <a:pt x="66045" y="308888"/>
                      <a:pt x="40264" y="283107"/>
                    </a:cubicBezTo>
                    <a:cubicBezTo>
                      <a:pt x="14483" y="257327"/>
                      <a:pt x="0" y="222361"/>
                      <a:pt x="0" y="185901"/>
                    </a:cubicBezTo>
                    <a:lnTo>
                      <a:pt x="0" y="137470"/>
                    </a:lnTo>
                    <a:cubicBezTo>
                      <a:pt x="0" y="101011"/>
                      <a:pt x="14483" y="66045"/>
                      <a:pt x="40264" y="40264"/>
                    </a:cubicBezTo>
                    <a:cubicBezTo>
                      <a:pt x="66045" y="14483"/>
                      <a:pt x="101011" y="0"/>
                      <a:pt x="13747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854152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319678" cy="873742"/>
              <a:chOff x="0" y="0"/>
              <a:chExt cx="963466" cy="1948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6346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963466">
                    <a:moveTo>
                      <a:pt x="97440" y="0"/>
                    </a:moveTo>
                    <a:lnTo>
                      <a:pt x="866025" y="0"/>
                    </a:lnTo>
                    <a:cubicBezTo>
                      <a:pt x="891868" y="0"/>
                      <a:pt x="916652" y="10266"/>
                      <a:pt x="934926" y="28540"/>
                    </a:cubicBezTo>
                    <a:cubicBezTo>
                      <a:pt x="953200" y="46813"/>
                      <a:pt x="963466" y="71597"/>
                      <a:pt x="963466" y="97440"/>
                    </a:cubicBezTo>
                    <a:lnTo>
                      <a:pt x="963466" y="97440"/>
                    </a:lnTo>
                    <a:cubicBezTo>
                      <a:pt x="963466" y="123283"/>
                      <a:pt x="953200" y="148067"/>
                      <a:pt x="934926" y="166341"/>
                    </a:cubicBezTo>
                    <a:cubicBezTo>
                      <a:pt x="916652" y="184614"/>
                      <a:pt x="891868" y="194880"/>
                      <a:pt x="866025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6346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35996" y="985855"/>
              <a:ext cx="3468177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= []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vazia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61763" y="6149628"/>
            <a:ext cx="5218978" cy="1459806"/>
            <a:chOff x="0" y="0"/>
            <a:chExt cx="6958637" cy="194640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96579"/>
              <a:ext cx="6552776" cy="1449828"/>
              <a:chOff x="0" y="0"/>
              <a:chExt cx="1461538" cy="32337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61538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1461538">
                    <a:moveTo>
                      <a:pt x="80340" y="0"/>
                    </a:moveTo>
                    <a:lnTo>
                      <a:pt x="1381198" y="0"/>
                    </a:lnTo>
                    <a:cubicBezTo>
                      <a:pt x="1425569" y="0"/>
                      <a:pt x="1461538" y="35969"/>
                      <a:pt x="1461538" y="80340"/>
                    </a:cubicBezTo>
                    <a:lnTo>
                      <a:pt x="1461538" y="243031"/>
                    </a:lnTo>
                    <a:cubicBezTo>
                      <a:pt x="1461538" y="287402"/>
                      <a:pt x="1425569" y="323371"/>
                      <a:pt x="1381198" y="323371"/>
                    </a:cubicBezTo>
                    <a:lnTo>
                      <a:pt x="80340" y="323371"/>
                    </a:lnTo>
                    <a:cubicBezTo>
                      <a:pt x="35969" y="323371"/>
                      <a:pt x="0" y="287402"/>
                      <a:pt x="0" y="243031"/>
                    </a:cubicBezTo>
                    <a:lnTo>
                      <a:pt x="0" y="80340"/>
                    </a:lnTo>
                    <a:cubicBezTo>
                      <a:pt x="0" y="35969"/>
                      <a:pt x="35969" y="0"/>
                      <a:pt x="8034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461538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6958637" cy="873742"/>
              <a:chOff x="0" y="0"/>
              <a:chExt cx="1552062" cy="1948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5520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52062">
                    <a:moveTo>
                      <a:pt x="75654" y="0"/>
                    </a:moveTo>
                    <a:lnTo>
                      <a:pt x="1476408" y="0"/>
                    </a:lnTo>
                    <a:cubicBezTo>
                      <a:pt x="1496472" y="0"/>
                      <a:pt x="1515715" y="7971"/>
                      <a:pt x="1529903" y="22159"/>
                    </a:cubicBezTo>
                    <a:cubicBezTo>
                      <a:pt x="1544091" y="36347"/>
                      <a:pt x="1552062" y="55590"/>
                      <a:pt x="1552062" y="75654"/>
                    </a:cubicBezTo>
                    <a:lnTo>
                      <a:pt x="1552062" y="119226"/>
                    </a:lnTo>
                    <a:cubicBezTo>
                      <a:pt x="1552062" y="139291"/>
                      <a:pt x="1544091" y="158534"/>
                      <a:pt x="1529903" y="172722"/>
                    </a:cubicBezTo>
                    <a:cubicBezTo>
                      <a:pt x="1515715" y="186910"/>
                      <a:pt x="1496472" y="194880"/>
                      <a:pt x="1476408" y="194880"/>
                    </a:cubicBezTo>
                    <a:lnTo>
                      <a:pt x="75654" y="194880"/>
                    </a:lnTo>
                    <a:cubicBezTo>
                      <a:pt x="55590" y="194880"/>
                      <a:pt x="36347" y="186910"/>
                      <a:pt x="22159" y="172722"/>
                    </a:cubicBezTo>
                    <a:cubicBezTo>
                      <a:pt x="7971" y="158534"/>
                      <a:pt x="0" y="139291"/>
                      <a:pt x="0" y="119226"/>
                    </a:cubicBezTo>
                    <a:lnTo>
                      <a:pt x="0" y="75654"/>
                    </a:lnTo>
                    <a:cubicBezTo>
                      <a:pt x="0" y="55590"/>
                      <a:pt x="7971" y="36347"/>
                      <a:pt x="22159" y="22159"/>
                    </a:cubicBezTo>
                    <a:cubicBezTo>
                      <a:pt x="36347" y="7971"/>
                      <a:pt x="55590" y="0"/>
                      <a:pt x="7565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5520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35996" y="985855"/>
              <a:ext cx="6454013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Numeros = [10, 20, 30, 40]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com inteiros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575180" y="3428144"/>
            <a:ext cx="6353991" cy="1459806"/>
            <a:chOff x="0" y="0"/>
            <a:chExt cx="8471988" cy="1946408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496579"/>
              <a:ext cx="8114614" cy="1449828"/>
              <a:chOff x="0" y="0"/>
              <a:chExt cx="1809892" cy="32337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809892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1809892">
                    <a:moveTo>
                      <a:pt x="64877" y="0"/>
                    </a:moveTo>
                    <a:lnTo>
                      <a:pt x="1745015" y="0"/>
                    </a:lnTo>
                    <a:cubicBezTo>
                      <a:pt x="1762222" y="0"/>
                      <a:pt x="1778723" y="6835"/>
                      <a:pt x="1790890" y="19002"/>
                    </a:cubicBezTo>
                    <a:cubicBezTo>
                      <a:pt x="1803057" y="31169"/>
                      <a:pt x="1809892" y="47670"/>
                      <a:pt x="1809892" y="64877"/>
                    </a:cubicBezTo>
                    <a:lnTo>
                      <a:pt x="1809892" y="258494"/>
                    </a:lnTo>
                    <a:cubicBezTo>
                      <a:pt x="1809892" y="275701"/>
                      <a:pt x="1803057" y="292203"/>
                      <a:pt x="1790890" y="304369"/>
                    </a:cubicBezTo>
                    <a:cubicBezTo>
                      <a:pt x="1778723" y="316536"/>
                      <a:pt x="1762222" y="323371"/>
                      <a:pt x="1745015" y="323371"/>
                    </a:cubicBezTo>
                    <a:lnTo>
                      <a:pt x="64877" y="323371"/>
                    </a:lnTo>
                    <a:cubicBezTo>
                      <a:pt x="47670" y="323371"/>
                      <a:pt x="31169" y="316536"/>
                      <a:pt x="19002" y="304369"/>
                    </a:cubicBezTo>
                    <a:cubicBezTo>
                      <a:pt x="6835" y="292203"/>
                      <a:pt x="0" y="275701"/>
                      <a:pt x="0" y="258494"/>
                    </a:cubicBezTo>
                    <a:lnTo>
                      <a:pt x="0" y="64877"/>
                    </a:lnTo>
                    <a:cubicBezTo>
                      <a:pt x="0" y="47670"/>
                      <a:pt x="6835" y="31169"/>
                      <a:pt x="19002" y="19002"/>
                    </a:cubicBezTo>
                    <a:cubicBezTo>
                      <a:pt x="31169" y="6835"/>
                      <a:pt x="47670" y="0"/>
                      <a:pt x="6487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809892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8471988" cy="873742"/>
              <a:chOff x="0" y="0"/>
              <a:chExt cx="1889601" cy="19488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889601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889601">
                    <a:moveTo>
                      <a:pt x="62140" y="0"/>
                    </a:moveTo>
                    <a:lnTo>
                      <a:pt x="1827461" y="0"/>
                    </a:lnTo>
                    <a:cubicBezTo>
                      <a:pt x="1861780" y="0"/>
                      <a:pt x="1889601" y="27821"/>
                      <a:pt x="1889601" y="62140"/>
                    </a:cubicBezTo>
                    <a:lnTo>
                      <a:pt x="1889601" y="132740"/>
                    </a:lnTo>
                    <a:cubicBezTo>
                      <a:pt x="1889601" y="149221"/>
                      <a:pt x="1883054" y="165026"/>
                      <a:pt x="1871401" y="176680"/>
                    </a:cubicBezTo>
                    <a:cubicBezTo>
                      <a:pt x="1859747" y="188334"/>
                      <a:pt x="1843942" y="194880"/>
                      <a:pt x="1827461" y="194880"/>
                    </a:cubicBezTo>
                    <a:lnTo>
                      <a:pt x="62140" y="194880"/>
                    </a:lnTo>
                    <a:cubicBezTo>
                      <a:pt x="27821" y="194880"/>
                      <a:pt x="0" y="167059"/>
                      <a:pt x="0" y="132740"/>
                    </a:cubicBezTo>
                    <a:lnTo>
                      <a:pt x="0" y="62140"/>
                    </a:lnTo>
                    <a:cubicBezTo>
                      <a:pt x="0" y="27821"/>
                      <a:pt x="27821" y="0"/>
                      <a:pt x="621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889601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35996" y="985855"/>
              <a:ext cx="8135992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Nomes = ["Ana", "Bruno", "Carla"]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com strings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75180" y="6149628"/>
            <a:ext cx="6564238" cy="1459806"/>
            <a:chOff x="0" y="0"/>
            <a:chExt cx="8752318" cy="194640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496579"/>
              <a:ext cx="8471988" cy="1449828"/>
              <a:chOff x="0" y="0"/>
              <a:chExt cx="1889601" cy="323371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889601" cy="323371"/>
              </a:xfrm>
              <a:custGeom>
                <a:avLst/>
                <a:gdLst/>
                <a:ahLst/>
                <a:cxnLst/>
                <a:rect r="r" b="b" t="t" l="l"/>
                <a:pathLst>
                  <a:path h="323371" w="1889601">
                    <a:moveTo>
                      <a:pt x="62140" y="0"/>
                    </a:moveTo>
                    <a:lnTo>
                      <a:pt x="1827461" y="0"/>
                    </a:lnTo>
                    <a:cubicBezTo>
                      <a:pt x="1861780" y="0"/>
                      <a:pt x="1889601" y="27821"/>
                      <a:pt x="1889601" y="62140"/>
                    </a:cubicBezTo>
                    <a:lnTo>
                      <a:pt x="1889601" y="261231"/>
                    </a:lnTo>
                    <a:cubicBezTo>
                      <a:pt x="1889601" y="277712"/>
                      <a:pt x="1883054" y="293517"/>
                      <a:pt x="1871401" y="305171"/>
                    </a:cubicBezTo>
                    <a:cubicBezTo>
                      <a:pt x="1859747" y="316824"/>
                      <a:pt x="1843942" y="323371"/>
                      <a:pt x="1827461" y="323371"/>
                    </a:cubicBezTo>
                    <a:lnTo>
                      <a:pt x="62140" y="323371"/>
                    </a:lnTo>
                    <a:cubicBezTo>
                      <a:pt x="27821" y="323371"/>
                      <a:pt x="0" y="295550"/>
                      <a:pt x="0" y="261231"/>
                    </a:cubicBezTo>
                    <a:lnTo>
                      <a:pt x="0" y="62140"/>
                    </a:lnTo>
                    <a:cubicBezTo>
                      <a:pt x="0" y="27821"/>
                      <a:pt x="27821" y="0"/>
                      <a:pt x="6214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889601" cy="361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8752318" cy="873742"/>
              <a:chOff x="0" y="0"/>
              <a:chExt cx="1952126" cy="19488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5212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952126">
                    <a:moveTo>
                      <a:pt x="60150" y="0"/>
                    </a:moveTo>
                    <a:lnTo>
                      <a:pt x="1891977" y="0"/>
                    </a:lnTo>
                    <a:cubicBezTo>
                      <a:pt x="1907929" y="0"/>
                      <a:pt x="1923229" y="6337"/>
                      <a:pt x="1934509" y="17617"/>
                    </a:cubicBezTo>
                    <a:cubicBezTo>
                      <a:pt x="1945789" y="28898"/>
                      <a:pt x="1952126" y="44197"/>
                      <a:pt x="1952126" y="60150"/>
                    </a:cubicBezTo>
                    <a:lnTo>
                      <a:pt x="1952126" y="134731"/>
                    </a:lnTo>
                    <a:cubicBezTo>
                      <a:pt x="1952126" y="167950"/>
                      <a:pt x="1925196" y="194880"/>
                      <a:pt x="1891977" y="194880"/>
                    </a:cubicBezTo>
                    <a:lnTo>
                      <a:pt x="60150" y="194880"/>
                    </a:lnTo>
                    <a:cubicBezTo>
                      <a:pt x="26930" y="194880"/>
                      <a:pt x="0" y="167950"/>
                      <a:pt x="0" y="134731"/>
                    </a:cubicBezTo>
                    <a:lnTo>
                      <a:pt x="0" y="60150"/>
                    </a:lnTo>
                    <a:cubicBezTo>
                      <a:pt x="0" y="26930"/>
                      <a:pt x="26930" y="0"/>
                      <a:pt x="6015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95212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35996" y="985855"/>
              <a:ext cx="8135992" cy="5174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Misturada = [1, "Olá", True, 3.14]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Lista com vários tipos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Acessando dados da lista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490" y="3199365"/>
            <a:ext cx="15865946" cy="947114"/>
            <a:chOff x="0" y="0"/>
            <a:chExt cx="4178685" cy="249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78686" cy="249446"/>
            </a:xfrm>
            <a:custGeom>
              <a:avLst/>
              <a:gdLst/>
              <a:ahLst/>
              <a:cxnLst/>
              <a:rect r="r" b="b" t="t" l="l"/>
              <a:pathLst>
                <a:path h="249446" w="4178686">
                  <a:moveTo>
                    <a:pt x="24886" y="0"/>
                  </a:moveTo>
                  <a:lnTo>
                    <a:pt x="4153800" y="0"/>
                  </a:lnTo>
                  <a:cubicBezTo>
                    <a:pt x="4167544" y="0"/>
                    <a:pt x="4178686" y="11142"/>
                    <a:pt x="4178686" y="24886"/>
                  </a:cubicBezTo>
                  <a:lnTo>
                    <a:pt x="4178686" y="224560"/>
                  </a:lnTo>
                  <a:cubicBezTo>
                    <a:pt x="4178686" y="231160"/>
                    <a:pt x="4176064" y="237490"/>
                    <a:pt x="4171397" y="242157"/>
                  </a:cubicBezTo>
                  <a:cubicBezTo>
                    <a:pt x="4166730" y="246824"/>
                    <a:pt x="4160400" y="249446"/>
                    <a:pt x="4153800" y="249446"/>
                  </a:cubicBezTo>
                  <a:lnTo>
                    <a:pt x="24886" y="249446"/>
                  </a:lnTo>
                  <a:cubicBezTo>
                    <a:pt x="11142" y="249446"/>
                    <a:pt x="0" y="238304"/>
                    <a:pt x="0" y="224560"/>
                  </a:cubicBezTo>
                  <a:lnTo>
                    <a:pt x="0" y="24886"/>
                  </a:lnTo>
                  <a:cubicBezTo>
                    <a:pt x="0" y="11142"/>
                    <a:pt x="11142" y="0"/>
                    <a:pt x="2488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78685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Os elementos possuem </a:t>
            </a:r>
            <a:r>
              <a:rPr lang="en-US" b="true" sz="3000" spc="-17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índices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que começam do 0 e vão aumentando de 1 em 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9490" y="4146480"/>
            <a:ext cx="15865946" cy="1508100"/>
            <a:chOff x="0" y="0"/>
            <a:chExt cx="5161896" cy="4906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61896" cy="490652"/>
            </a:xfrm>
            <a:custGeom>
              <a:avLst/>
              <a:gdLst/>
              <a:ahLst/>
              <a:cxnLst/>
              <a:rect r="r" b="b" t="t" l="l"/>
              <a:pathLst>
                <a:path h="490652" w="5161896">
                  <a:moveTo>
                    <a:pt x="24886" y="0"/>
                  </a:moveTo>
                  <a:lnTo>
                    <a:pt x="5137010" y="0"/>
                  </a:lnTo>
                  <a:cubicBezTo>
                    <a:pt x="5143610" y="0"/>
                    <a:pt x="5149940" y="2622"/>
                    <a:pt x="5154607" y="7289"/>
                  </a:cubicBezTo>
                  <a:cubicBezTo>
                    <a:pt x="5159274" y="11956"/>
                    <a:pt x="5161896" y="18286"/>
                    <a:pt x="5161896" y="24886"/>
                  </a:cubicBezTo>
                  <a:lnTo>
                    <a:pt x="5161896" y="465766"/>
                  </a:lnTo>
                  <a:cubicBezTo>
                    <a:pt x="5161896" y="479510"/>
                    <a:pt x="5150754" y="490652"/>
                    <a:pt x="5137010" y="490652"/>
                  </a:cubicBezTo>
                  <a:lnTo>
                    <a:pt x="24886" y="490652"/>
                  </a:lnTo>
                  <a:cubicBezTo>
                    <a:pt x="18286" y="490652"/>
                    <a:pt x="11956" y="488030"/>
                    <a:pt x="7289" y="483363"/>
                  </a:cubicBezTo>
                  <a:cubicBezTo>
                    <a:pt x="2622" y="478696"/>
                    <a:pt x="0" y="472366"/>
                    <a:pt x="0" y="465766"/>
                  </a:cubicBezTo>
                  <a:lnTo>
                    <a:pt x="0" y="24886"/>
                  </a:lnTo>
                  <a:cubicBezTo>
                    <a:pt x="0" y="11142"/>
                    <a:pt x="11142" y="0"/>
                    <a:pt x="24886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161896" cy="528752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-1163121" y="4772025"/>
            <a:ext cx="1913116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Lista = ["Ana", "Bruno", "Carla", "Diego", "Eduarda", "Felipe"]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689662" y="4273515"/>
            <a:ext cx="875395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0        1       2        3         4          5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69490" y="6540405"/>
            <a:ext cx="14829727" cy="947114"/>
            <a:chOff x="0" y="0"/>
            <a:chExt cx="3905772" cy="2494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5772" cy="249446"/>
            </a:xfrm>
            <a:custGeom>
              <a:avLst/>
              <a:gdLst/>
              <a:ahLst/>
              <a:cxnLst/>
              <a:rect r="r" b="b" t="t" l="l"/>
              <a:pathLst>
                <a:path h="249446" w="3905772">
                  <a:moveTo>
                    <a:pt x="26625" y="0"/>
                  </a:moveTo>
                  <a:lnTo>
                    <a:pt x="3879147" y="0"/>
                  </a:lnTo>
                  <a:cubicBezTo>
                    <a:pt x="3893851" y="0"/>
                    <a:pt x="3905772" y="11920"/>
                    <a:pt x="3905772" y="26625"/>
                  </a:cubicBezTo>
                  <a:lnTo>
                    <a:pt x="3905772" y="222821"/>
                  </a:lnTo>
                  <a:cubicBezTo>
                    <a:pt x="3905772" y="229882"/>
                    <a:pt x="3902966" y="236654"/>
                    <a:pt x="3897973" y="241648"/>
                  </a:cubicBezTo>
                  <a:cubicBezTo>
                    <a:pt x="3892980" y="246641"/>
                    <a:pt x="3886208" y="249446"/>
                    <a:pt x="3879147" y="249446"/>
                  </a:cubicBezTo>
                  <a:lnTo>
                    <a:pt x="26625" y="249446"/>
                  </a:lnTo>
                  <a:cubicBezTo>
                    <a:pt x="11920" y="249446"/>
                    <a:pt x="0" y="237525"/>
                    <a:pt x="0" y="222821"/>
                  </a:cubicBezTo>
                  <a:lnTo>
                    <a:pt x="0" y="26625"/>
                  </a:lnTo>
                  <a:cubicBezTo>
                    <a:pt x="0" y="11920"/>
                    <a:pt x="11920" y="0"/>
                    <a:pt x="26625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0577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32485" y="6759658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exemplo possui uma lista com </a:t>
            </a: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6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nomes com </a:t>
            </a:r>
            <a:r>
              <a:rPr lang="en-US" b="true" sz="3000" spc="-177">
                <a:solidFill>
                  <a:srgbClr val="169D53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índices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que vão de </a:t>
            </a: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 a 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Acessando dados da lista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490" y="3199365"/>
            <a:ext cx="12922483" cy="947114"/>
            <a:chOff x="0" y="0"/>
            <a:chExt cx="3403452" cy="249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3452" cy="249446"/>
            </a:xfrm>
            <a:custGeom>
              <a:avLst/>
              <a:gdLst/>
              <a:ahLst/>
              <a:cxnLst/>
              <a:rect r="r" b="b" t="t" l="l"/>
              <a:pathLst>
                <a:path h="249446" w="3403452">
                  <a:moveTo>
                    <a:pt x="30554" y="0"/>
                  </a:moveTo>
                  <a:lnTo>
                    <a:pt x="3372898" y="0"/>
                  </a:lnTo>
                  <a:cubicBezTo>
                    <a:pt x="3389773" y="0"/>
                    <a:pt x="3403452" y="13680"/>
                    <a:pt x="3403452" y="30554"/>
                  </a:cubicBezTo>
                  <a:lnTo>
                    <a:pt x="3403452" y="218891"/>
                  </a:lnTo>
                  <a:cubicBezTo>
                    <a:pt x="3403452" y="235766"/>
                    <a:pt x="3389773" y="249446"/>
                    <a:pt x="3372898" y="249446"/>
                  </a:cubicBezTo>
                  <a:lnTo>
                    <a:pt x="30554" y="249446"/>
                  </a:lnTo>
                  <a:cubicBezTo>
                    <a:pt x="13680" y="249446"/>
                    <a:pt x="0" y="235766"/>
                    <a:pt x="0" y="218891"/>
                  </a:cubicBezTo>
                  <a:lnTo>
                    <a:pt x="0" y="30554"/>
                  </a:lnTo>
                  <a:cubicBezTo>
                    <a:pt x="0" y="13680"/>
                    <a:pt x="13680" y="0"/>
                    <a:pt x="3055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40345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Usando a lista anterior, para mostrar o nome de Ana usamos: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9490" y="4146480"/>
            <a:ext cx="3163517" cy="811283"/>
            <a:chOff x="0" y="0"/>
            <a:chExt cx="1029232" cy="263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9232" cy="263946"/>
            </a:xfrm>
            <a:custGeom>
              <a:avLst/>
              <a:gdLst/>
              <a:ahLst/>
              <a:cxnLst/>
              <a:rect r="r" b="b" t="t" l="l"/>
              <a:pathLst>
                <a:path h="263946" w="1029232">
                  <a:moveTo>
                    <a:pt x="124810" y="0"/>
                  </a:moveTo>
                  <a:lnTo>
                    <a:pt x="904423" y="0"/>
                  </a:lnTo>
                  <a:cubicBezTo>
                    <a:pt x="973353" y="0"/>
                    <a:pt x="1029232" y="55879"/>
                    <a:pt x="1029232" y="124810"/>
                  </a:cubicBezTo>
                  <a:lnTo>
                    <a:pt x="1029232" y="139136"/>
                  </a:lnTo>
                  <a:cubicBezTo>
                    <a:pt x="1029232" y="172238"/>
                    <a:pt x="1016083" y="203984"/>
                    <a:pt x="992677" y="227390"/>
                  </a:cubicBezTo>
                  <a:cubicBezTo>
                    <a:pt x="969270" y="250797"/>
                    <a:pt x="937524" y="263946"/>
                    <a:pt x="904423" y="263946"/>
                  </a:cubicBezTo>
                  <a:lnTo>
                    <a:pt x="124810" y="263946"/>
                  </a:lnTo>
                  <a:cubicBezTo>
                    <a:pt x="91708" y="263946"/>
                    <a:pt x="59962" y="250797"/>
                    <a:pt x="36556" y="227390"/>
                  </a:cubicBezTo>
                  <a:cubicBezTo>
                    <a:pt x="13150" y="203984"/>
                    <a:pt x="0" y="172238"/>
                    <a:pt x="0" y="139136"/>
                  </a:cubicBezTo>
                  <a:lnTo>
                    <a:pt x="0" y="124810"/>
                  </a:lnTo>
                  <a:cubicBezTo>
                    <a:pt x="0" y="55879"/>
                    <a:pt x="55879" y="0"/>
                    <a:pt x="1248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9232" cy="302046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60027" y="4366384"/>
            <a:ext cx="39633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print(Lista[0])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9490" y="5560640"/>
            <a:ext cx="6431206" cy="947114"/>
            <a:chOff x="0" y="0"/>
            <a:chExt cx="1693816" cy="2494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3816" cy="249446"/>
            </a:xfrm>
            <a:custGeom>
              <a:avLst/>
              <a:gdLst/>
              <a:ahLst/>
              <a:cxnLst/>
              <a:rect r="r" b="b" t="t" l="l"/>
              <a:pathLst>
                <a:path h="249446" w="1693816">
                  <a:moveTo>
                    <a:pt x="61394" y="0"/>
                  </a:moveTo>
                  <a:lnTo>
                    <a:pt x="1632421" y="0"/>
                  </a:lnTo>
                  <a:cubicBezTo>
                    <a:pt x="1666329" y="0"/>
                    <a:pt x="1693816" y="27487"/>
                    <a:pt x="1693816" y="61394"/>
                  </a:cubicBezTo>
                  <a:lnTo>
                    <a:pt x="1693816" y="188052"/>
                  </a:lnTo>
                  <a:cubicBezTo>
                    <a:pt x="1693816" y="204334"/>
                    <a:pt x="1687347" y="219950"/>
                    <a:pt x="1675834" y="231464"/>
                  </a:cubicBezTo>
                  <a:cubicBezTo>
                    <a:pt x="1664320" y="242977"/>
                    <a:pt x="1648704" y="249446"/>
                    <a:pt x="1632421" y="249446"/>
                  </a:cubicBezTo>
                  <a:lnTo>
                    <a:pt x="61394" y="249446"/>
                  </a:lnTo>
                  <a:cubicBezTo>
                    <a:pt x="45111" y="249446"/>
                    <a:pt x="29496" y="242977"/>
                    <a:pt x="17982" y="231464"/>
                  </a:cubicBezTo>
                  <a:cubicBezTo>
                    <a:pt x="6468" y="219950"/>
                    <a:pt x="0" y="204334"/>
                    <a:pt x="0" y="188052"/>
                  </a:cubicBezTo>
                  <a:lnTo>
                    <a:pt x="0" y="61394"/>
                  </a:lnTo>
                  <a:cubicBezTo>
                    <a:pt x="0" y="45111"/>
                    <a:pt x="6468" y="29496"/>
                    <a:pt x="17982" y="17982"/>
                  </a:cubicBezTo>
                  <a:cubicBezTo>
                    <a:pt x="29496" y="6468"/>
                    <a:pt x="45111" y="0"/>
                    <a:pt x="6139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693816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32485" y="5779893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 quiser o de Diego usamos:</a:t>
            </a:r>
          </a:p>
        </p:txBody>
      </p:sp>
      <p:sp>
        <p:nvSpPr>
          <p:cNvPr name="Freeform 20" id="20"/>
          <p:cNvSpPr/>
          <p:nvPr/>
        </p:nvSpPr>
        <p:spPr>
          <a:xfrm flipH="false" flipV="true" rot="0">
            <a:off x="919945" y="4880237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2"/>
                </a:moveTo>
                <a:lnTo>
                  <a:pt x="489055" y="500952"/>
                </a:lnTo>
                <a:lnTo>
                  <a:pt x="489055" y="0"/>
                </a:lnTo>
                <a:lnTo>
                  <a:pt x="0" y="0"/>
                </a:lnTo>
                <a:lnTo>
                  <a:pt x="0" y="50095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30907" y="5006349"/>
            <a:ext cx="1611156" cy="400414"/>
            <a:chOff x="0" y="0"/>
            <a:chExt cx="771185" cy="1916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1185" cy="191659"/>
            </a:xfrm>
            <a:custGeom>
              <a:avLst/>
              <a:gdLst/>
              <a:ahLst/>
              <a:cxnLst/>
              <a:rect r="r" b="b" t="t" l="l"/>
              <a:pathLst>
                <a:path h="191659" w="771185">
                  <a:moveTo>
                    <a:pt x="95830" y="0"/>
                  </a:moveTo>
                  <a:lnTo>
                    <a:pt x="675355" y="0"/>
                  </a:lnTo>
                  <a:cubicBezTo>
                    <a:pt x="728281" y="0"/>
                    <a:pt x="771185" y="42904"/>
                    <a:pt x="771185" y="95830"/>
                  </a:cubicBezTo>
                  <a:lnTo>
                    <a:pt x="771185" y="95830"/>
                  </a:lnTo>
                  <a:cubicBezTo>
                    <a:pt x="771185" y="121245"/>
                    <a:pt x="761089" y="145620"/>
                    <a:pt x="743117" y="163591"/>
                  </a:cubicBezTo>
                  <a:cubicBezTo>
                    <a:pt x="725146" y="181563"/>
                    <a:pt x="700771" y="191659"/>
                    <a:pt x="675355" y="191659"/>
                  </a:cubicBezTo>
                  <a:lnTo>
                    <a:pt x="95830" y="191659"/>
                  </a:lnTo>
                  <a:cubicBezTo>
                    <a:pt x="42904" y="191659"/>
                    <a:pt x="0" y="148755"/>
                    <a:pt x="0" y="95830"/>
                  </a:cubicBezTo>
                  <a:lnTo>
                    <a:pt x="0" y="95830"/>
                  </a:lnTo>
                  <a:cubicBezTo>
                    <a:pt x="0" y="42904"/>
                    <a:pt x="42904" y="0"/>
                    <a:pt x="9583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71185" cy="229759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16647" y="5060474"/>
            <a:ext cx="143967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Ana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69490" y="6507754"/>
            <a:ext cx="3163517" cy="811283"/>
            <a:chOff x="0" y="0"/>
            <a:chExt cx="1029232" cy="2639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9232" cy="263946"/>
            </a:xfrm>
            <a:custGeom>
              <a:avLst/>
              <a:gdLst/>
              <a:ahLst/>
              <a:cxnLst/>
              <a:rect r="r" b="b" t="t" l="l"/>
              <a:pathLst>
                <a:path h="263946" w="1029232">
                  <a:moveTo>
                    <a:pt x="124810" y="0"/>
                  </a:moveTo>
                  <a:lnTo>
                    <a:pt x="904423" y="0"/>
                  </a:lnTo>
                  <a:cubicBezTo>
                    <a:pt x="973353" y="0"/>
                    <a:pt x="1029232" y="55879"/>
                    <a:pt x="1029232" y="124810"/>
                  </a:cubicBezTo>
                  <a:lnTo>
                    <a:pt x="1029232" y="139136"/>
                  </a:lnTo>
                  <a:cubicBezTo>
                    <a:pt x="1029232" y="172238"/>
                    <a:pt x="1016083" y="203984"/>
                    <a:pt x="992677" y="227390"/>
                  </a:cubicBezTo>
                  <a:cubicBezTo>
                    <a:pt x="969270" y="250797"/>
                    <a:pt x="937524" y="263946"/>
                    <a:pt x="904423" y="263946"/>
                  </a:cubicBezTo>
                  <a:lnTo>
                    <a:pt x="124810" y="263946"/>
                  </a:lnTo>
                  <a:cubicBezTo>
                    <a:pt x="91708" y="263946"/>
                    <a:pt x="59962" y="250797"/>
                    <a:pt x="36556" y="227390"/>
                  </a:cubicBezTo>
                  <a:cubicBezTo>
                    <a:pt x="13150" y="203984"/>
                    <a:pt x="0" y="172238"/>
                    <a:pt x="0" y="139136"/>
                  </a:cubicBezTo>
                  <a:lnTo>
                    <a:pt x="0" y="124810"/>
                  </a:lnTo>
                  <a:cubicBezTo>
                    <a:pt x="0" y="55879"/>
                    <a:pt x="55879" y="0"/>
                    <a:pt x="1248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29232" cy="302046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60027" y="6727658"/>
            <a:ext cx="39633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print(Lista[3])</a:t>
            </a:r>
          </a:p>
        </p:txBody>
      </p:sp>
      <p:sp>
        <p:nvSpPr>
          <p:cNvPr name="Freeform 29" id="29"/>
          <p:cNvSpPr/>
          <p:nvPr/>
        </p:nvSpPr>
        <p:spPr>
          <a:xfrm flipH="false" flipV="true" rot="0">
            <a:off x="919945" y="7241511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5" y="500953"/>
                </a:lnTo>
                <a:lnTo>
                  <a:pt x="489055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530907" y="7367624"/>
            <a:ext cx="1900858" cy="400414"/>
            <a:chOff x="0" y="0"/>
            <a:chExt cx="909852" cy="1916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09852" cy="191659"/>
            </a:xfrm>
            <a:custGeom>
              <a:avLst/>
              <a:gdLst/>
              <a:ahLst/>
              <a:cxnLst/>
              <a:rect r="r" b="b" t="t" l="l"/>
              <a:pathLst>
                <a:path h="191659" w="909852">
                  <a:moveTo>
                    <a:pt x="95830" y="0"/>
                  </a:moveTo>
                  <a:lnTo>
                    <a:pt x="814022" y="0"/>
                  </a:lnTo>
                  <a:cubicBezTo>
                    <a:pt x="866947" y="0"/>
                    <a:pt x="909852" y="42904"/>
                    <a:pt x="909852" y="95830"/>
                  </a:cubicBezTo>
                  <a:lnTo>
                    <a:pt x="909852" y="95830"/>
                  </a:lnTo>
                  <a:cubicBezTo>
                    <a:pt x="909852" y="121245"/>
                    <a:pt x="899755" y="145620"/>
                    <a:pt x="881784" y="163591"/>
                  </a:cubicBezTo>
                  <a:cubicBezTo>
                    <a:pt x="863812" y="181563"/>
                    <a:pt x="839438" y="191659"/>
                    <a:pt x="814022" y="191659"/>
                  </a:cubicBezTo>
                  <a:lnTo>
                    <a:pt x="95830" y="191659"/>
                  </a:lnTo>
                  <a:cubicBezTo>
                    <a:pt x="42904" y="191659"/>
                    <a:pt x="0" y="148755"/>
                    <a:pt x="0" y="95830"/>
                  </a:cubicBezTo>
                  <a:lnTo>
                    <a:pt x="0" y="95830"/>
                  </a:lnTo>
                  <a:cubicBezTo>
                    <a:pt x="0" y="42904"/>
                    <a:pt x="42904" y="0"/>
                    <a:pt x="9583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09852" cy="229759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16647" y="7421749"/>
            <a:ext cx="181511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Diego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Acessando dados da lista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490" y="3199365"/>
            <a:ext cx="7501105" cy="1245203"/>
            <a:chOff x="0" y="0"/>
            <a:chExt cx="1975600" cy="3279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5600" cy="327955"/>
            </a:xfrm>
            <a:custGeom>
              <a:avLst/>
              <a:gdLst/>
              <a:ahLst/>
              <a:cxnLst/>
              <a:rect r="r" b="b" t="t" l="l"/>
              <a:pathLst>
                <a:path h="327955" w="1975600">
                  <a:moveTo>
                    <a:pt x="52637" y="0"/>
                  </a:moveTo>
                  <a:lnTo>
                    <a:pt x="1922962" y="0"/>
                  </a:lnTo>
                  <a:cubicBezTo>
                    <a:pt x="1952033" y="0"/>
                    <a:pt x="1975600" y="23567"/>
                    <a:pt x="1975600" y="52637"/>
                  </a:cubicBezTo>
                  <a:lnTo>
                    <a:pt x="1975600" y="275317"/>
                  </a:lnTo>
                  <a:cubicBezTo>
                    <a:pt x="1975600" y="289278"/>
                    <a:pt x="1970054" y="302666"/>
                    <a:pt x="1960183" y="312538"/>
                  </a:cubicBezTo>
                  <a:cubicBezTo>
                    <a:pt x="1950311" y="322409"/>
                    <a:pt x="1936923" y="327955"/>
                    <a:pt x="1922962" y="327955"/>
                  </a:cubicBezTo>
                  <a:lnTo>
                    <a:pt x="52637" y="327955"/>
                  </a:lnTo>
                  <a:cubicBezTo>
                    <a:pt x="38677" y="327955"/>
                    <a:pt x="25289" y="322409"/>
                    <a:pt x="15417" y="312538"/>
                  </a:cubicBezTo>
                  <a:cubicBezTo>
                    <a:pt x="5546" y="302666"/>
                    <a:pt x="0" y="289278"/>
                    <a:pt x="0" y="275317"/>
                  </a:cubicBezTo>
                  <a:lnTo>
                    <a:pt x="0" y="52637"/>
                  </a:lnTo>
                  <a:cubicBezTo>
                    <a:pt x="0" y="38677"/>
                    <a:pt x="5546" y="25289"/>
                    <a:pt x="15417" y="15417"/>
                  </a:cubicBezTo>
                  <a:cubicBezTo>
                    <a:pt x="25289" y="5546"/>
                    <a:pt x="38677" y="0"/>
                    <a:pt x="5263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75600" cy="366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94385" y="3357889"/>
            <a:ext cx="7138109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Podemos também acessar a lista de trás pra frente: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78639" y="4424689"/>
            <a:ext cx="3163517" cy="811283"/>
            <a:chOff x="0" y="0"/>
            <a:chExt cx="1029232" cy="2639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9232" cy="263946"/>
            </a:xfrm>
            <a:custGeom>
              <a:avLst/>
              <a:gdLst/>
              <a:ahLst/>
              <a:cxnLst/>
              <a:rect r="r" b="b" t="t" l="l"/>
              <a:pathLst>
                <a:path h="263946" w="1029232">
                  <a:moveTo>
                    <a:pt x="124810" y="0"/>
                  </a:moveTo>
                  <a:lnTo>
                    <a:pt x="904423" y="0"/>
                  </a:lnTo>
                  <a:cubicBezTo>
                    <a:pt x="973353" y="0"/>
                    <a:pt x="1029232" y="55879"/>
                    <a:pt x="1029232" y="124810"/>
                  </a:cubicBezTo>
                  <a:lnTo>
                    <a:pt x="1029232" y="139136"/>
                  </a:lnTo>
                  <a:cubicBezTo>
                    <a:pt x="1029232" y="172238"/>
                    <a:pt x="1016083" y="203984"/>
                    <a:pt x="992677" y="227390"/>
                  </a:cubicBezTo>
                  <a:cubicBezTo>
                    <a:pt x="969270" y="250797"/>
                    <a:pt x="937524" y="263946"/>
                    <a:pt x="904423" y="263946"/>
                  </a:cubicBezTo>
                  <a:lnTo>
                    <a:pt x="124810" y="263946"/>
                  </a:lnTo>
                  <a:cubicBezTo>
                    <a:pt x="91708" y="263946"/>
                    <a:pt x="59962" y="250797"/>
                    <a:pt x="36556" y="227390"/>
                  </a:cubicBezTo>
                  <a:cubicBezTo>
                    <a:pt x="13150" y="203984"/>
                    <a:pt x="0" y="172238"/>
                    <a:pt x="0" y="139136"/>
                  </a:cubicBezTo>
                  <a:lnTo>
                    <a:pt x="0" y="124810"/>
                  </a:lnTo>
                  <a:cubicBezTo>
                    <a:pt x="0" y="55879"/>
                    <a:pt x="55879" y="0"/>
                    <a:pt x="1248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29232" cy="302046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69176" y="4644593"/>
            <a:ext cx="396332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print(Lista[-1])</a:t>
            </a:r>
          </a:p>
        </p:txBody>
      </p:sp>
      <p:sp>
        <p:nvSpPr>
          <p:cNvPr name="Freeform 16" id="16"/>
          <p:cNvSpPr/>
          <p:nvPr/>
        </p:nvSpPr>
        <p:spPr>
          <a:xfrm flipH="false" flipV="true" rot="0">
            <a:off x="929094" y="5158446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5" y="500953"/>
                </a:lnTo>
                <a:lnTo>
                  <a:pt x="489055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40056" y="5284559"/>
            <a:ext cx="2102100" cy="400414"/>
            <a:chOff x="0" y="0"/>
            <a:chExt cx="1006177" cy="1916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6177" cy="191659"/>
            </a:xfrm>
            <a:custGeom>
              <a:avLst/>
              <a:gdLst/>
              <a:ahLst/>
              <a:cxnLst/>
              <a:rect r="r" b="b" t="t" l="l"/>
              <a:pathLst>
                <a:path h="191659" w="1006177">
                  <a:moveTo>
                    <a:pt x="95830" y="0"/>
                  </a:moveTo>
                  <a:lnTo>
                    <a:pt x="910347" y="0"/>
                  </a:lnTo>
                  <a:cubicBezTo>
                    <a:pt x="963272" y="0"/>
                    <a:pt x="1006177" y="42904"/>
                    <a:pt x="1006177" y="95830"/>
                  </a:cubicBezTo>
                  <a:lnTo>
                    <a:pt x="1006177" y="95830"/>
                  </a:lnTo>
                  <a:cubicBezTo>
                    <a:pt x="1006177" y="148755"/>
                    <a:pt x="963272" y="191659"/>
                    <a:pt x="910347" y="191659"/>
                  </a:cubicBezTo>
                  <a:lnTo>
                    <a:pt x="95830" y="191659"/>
                  </a:lnTo>
                  <a:cubicBezTo>
                    <a:pt x="42904" y="191659"/>
                    <a:pt x="0" y="148755"/>
                    <a:pt x="0" y="95830"/>
                  </a:cubicBezTo>
                  <a:lnTo>
                    <a:pt x="0" y="95830"/>
                  </a:lnTo>
                  <a:cubicBezTo>
                    <a:pt x="0" y="42904"/>
                    <a:pt x="42904" y="0"/>
                    <a:pt x="95830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06177" cy="229759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674547" y="5332366"/>
            <a:ext cx="225825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Felipe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69490" y="5940163"/>
            <a:ext cx="6596401" cy="947114"/>
            <a:chOff x="0" y="0"/>
            <a:chExt cx="1737324" cy="2494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24" cy="249446"/>
            </a:xfrm>
            <a:custGeom>
              <a:avLst/>
              <a:gdLst/>
              <a:ahLst/>
              <a:cxnLst/>
              <a:rect r="r" b="b" t="t" l="l"/>
              <a:pathLst>
                <a:path h="249446" w="1737324">
                  <a:moveTo>
                    <a:pt x="59857" y="0"/>
                  </a:moveTo>
                  <a:lnTo>
                    <a:pt x="1677467" y="0"/>
                  </a:lnTo>
                  <a:cubicBezTo>
                    <a:pt x="1710525" y="0"/>
                    <a:pt x="1737324" y="26799"/>
                    <a:pt x="1737324" y="59857"/>
                  </a:cubicBezTo>
                  <a:lnTo>
                    <a:pt x="1737324" y="189589"/>
                  </a:lnTo>
                  <a:cubicBezTo>
                    <a:pt x="1737324" y="205464"/>
                    <a:pt x="1731017" y="220689"/>
                    <a:pt x="1719792" y="231914"/>
                  </a:cubicBezTo>
                  <a:cubicBezTo>
                    <a:pt x="1708567" y="243139"/>
                    <a:pt x="1693342" y="249446"/>
                    <a:pt x="1677467" y="249446"/>
                  </a:cubicBezTo>
                  <a:lnTo>
                    <a:pt x="59857" y="249446"/>
                  </a:lnTo>
                  <a:cubicBezTo>
                    <a:pt x="26799" y="249446"/>
                    <a:pt x="0" y="222647"/>
                    <a:pt x="0" y="189589"/>
                  </a:cubicBezTo>
                  <a:lnTo>
                    <a:pt x="0" y="59857"/>
                  </a:lnTo>
                  <a:cubicBezTo>
                    <a:pt x="0" y="26799"/>
                    <a:pt x="26799" y="0"/>
                    <a:pt x="59857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37324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32485" y="6159417"/>
            <a:ext cx="656360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Para alterar um nome fazemos: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69490" y="6887278"/>
            <a:ext cx="4019524" cy="1637255"/>
            <a:chOff x="0" y="0"/>
            <a:chExt cx="1307729" cy="5326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7729" cy="532672"/>
            </a:xfrm>
            <a:custGeom>
              <a:avLst/>
              <a:gdLst/>
              <a:ahLst/>
              <a:cxnLst/>
              <a:rect r="r" b="b" t="t" l="l"/>
              <a:pathLst>
                <a:path h="532672" w="1307729">
                  <a:moveTo>
                    <a:pt x="98230" y="0"/>
                  </a:moveTo>
                  <a:lnTo>
                    <a:pt x="1209499" y="0"/>
                  </a:lnTo>
                  <a:cubicBezTo>
                    <a:pt x="1235552" y="0"/>
                    <a:pt x="1260537" y="10349"/>
                    <a:pt x="1278959" y="28771"/>
                  </a:cubicBezTo>
                  <a:cubicBezTo>
                    <a:pt x="1297380" y="47193"/>
                    <a:pt x="1307729" y="72178"/>
                    <a:pt x="1307729" y="98230"/>
                  </a:cubicBezTo>
                  <a:lnTo>
                    <a:pt x="1307729" y="434442"/>
                  </a:lnTo>
                  <a:cubicBezTo>
                    <a:pt x="1307729" y="460494"/>
                    <a:pt x="1297380" y="485479"/>
                    <a:pt x="1278959" y="503901"/>
                  </a:cubicBezTo>
                  <a:cubicBezTo>
                    <a:pt x="1260537" y="522322"/>
                    <a:pt x="1235552" y="532672"/>
                    <a:pt x="1209499" y="532672"/>
                  </a:cubicBezTo>
                  <a:lnTo>
                    <a:pt x="98230" y="532672"/>
                  </a:lnTo>
                  <a:cubicBezTo>
                    <a:pt x="43979" y="532672"/>
                    <a:pt x="0" y="488692"/>
                    <a:pt x="0" y="434442"/>
                  </a:cubicBezTo>
                  <a:lnTo>
                    <a:pt x="0" y="98230"/>
                  </a:lnTo>
                  <a:cubicBezTo>
                    <a:pt x="0" y="72178"/>
                    <a:pt x="10349" y="47193"/>
                    <a:pt x="28771" y="28771"/>
                  </a:cubicBezTo>
                  <a:cubicBezTo>
                    <a:pt x="47193" y="10349"/>
                    <a:pt x="72178" y="0"/>
                    <a:pt x="9823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307729" cy="57077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60027" y="7107181"/>
            <a:ext cx="39633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print(Lista[2])</a:t>
            </a:r>
          </a:p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Lista[2] = “Rodrigo”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print(Lista[2])</a:t>
            </a:r>
          </a:p>
        </p:txBody>
      </p:sp>
      <p:sp>
        <p:nvSpPr>
          <p:cNvPr name="Freeform 29" id="29"/>
          <p:cNvSpPr/>
          <p:nvPr/>
        </p:nvSpPr>
        <p:spPr>
          <a:xfrm flipH="false" flipV="true" rot="0">
            <a:off x="832485" y="8402581"/>
            <a:ext cx="489055" cy="500953"/>
          </a:xfrm>
          <a:custGeom>
            <a:avLst/>
            <a:gdLst/>
            <a:ahLst/>
            <a:cxnLst/>
            <a:rect r="r" b="b" t="t" l="l"/>
            <a:pathLst>
              <a:path h="500953" w="489055">
                <a:moveTo>
                  <a:pt x="0" y="500953"/>
                </a:moveTo>
                <a:lnTo>
                  <a:pt x="489056" y="500953"/>
                </a:lnTo>
                <a:lnTo>
                  <a:pt x="489056" y="0"/>
                </a:lnTo>
                <a:lnTo>
                  <a:pt x="0" y="0"/>
                </a:lnTo>
                <a:lnTo>
                  <a:pt x="0" y="50095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43448" y="8528694"/>
            <a:ext cx="2324242" cy="663725"/>
            <a:chOff x="0" y="0"/>
            <a:chExt cx="1112506" cy="3176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12506" cy="317694"/>
            </a:xfrm>
            <a:custGeom>
              <a:avLst/>
              <a:gdLst/>
              <a:ahLst/>
              <a:cxnLst/>
              <a:rect r="r" b="b" t="t" l="l"/>
              <a:pathLst>
                <a:path h="317694" w="1112506">
                  <a:moveTo>
                    <a:pt x="158847" y="0"/>
                  </a:moveTo>
                  <a:lnTo>
                    <a:pt x="953659" y="0"/>
                  </a:lnTo>
                  <a:cubicBezTo>
                    <a:pt x="995788" y="0"/>
                    <a:pt x="1036191" y="16736"/>
                    <a:pt x="1065981" y="46525"/>
                  </a:cubicBezTo>
                  <a:cubicBezTo>
                    <a:pt x="1095770" y="76315"/>
                    <a:pt x="1112506" y="116718"/>
                    <a:pt x="1112506" y="158847"/>
                  </a:cubicBezTo>
                  <a:lnTo>
                    <a:pt x="1112506" y="158847"/>
                  </a:lnTo>
                  <a:cubicBezTo>
                    <a:pt x="1112506" y="200976"/>
                    <a:pt x="1095770" y="241379"/>
                    <a:pt x="1065981" y="271169"/>
                  </a:cubicBezTo>
                  <a:cubicBezTo>
                    <a:pt x="1036191" y="300958"/>
                    <a:pt x="995788" y="317694"/>
                    <a:pt x="953659" y="317694"/>
                  </a:cubicBezTo>
                  <a:lnTo>
                    <a:pt x="158847" y="317694"/>
                  </a:lnTo>
                  <a:cubicBezTo>
                    <a:pt x="116718" y="317694"/>
                    <a:pt x="76315" y="300958"/>
                    <a:pt x="46525" y="271169"/>
                  </a:cubicBezTo>
                  <a:cubicBezTo>
                    <a:pt x="16736" y="241379"/>
                    <a:pt x="0" y="200976"/>
                    <a:pt x="0" y="158847"/>
                  </a:cubicBezTo>
                  <a:lnTo>
                    <a:pt x="0" y="158847"/>
                  </a:lnTo>
                  <a:cubicBezTo>
                    <a:pt x="0" y="116718"/>
                    <a:pt x="16736" y="76315"/>
                    <a:pt x="46525" y="46525"/>
                  </a:cubicBezTo>
                  <a:cubicBezTo>
                    <a:pt x="76315" y="16736"/>
                    <a:pt x="116718" y="0"/>
                    <a:pt x="158847" y="0"/>
                  </a:cubicBezTo>
                  <a:close/>
                </a:path>
              </a:pathLst>
            </a:custGeom>
            <a:solidFill>
              <a:srgbClr val="3777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112506" cy="355794"/>
            </a:xfrm>
            <a:prstGeom prst="rect">
              <a:avLst/>
            </a:prstGeom>
          </p:spPr>
          <p:txBody>
            <a:bodyPr anchor="ctr" rtlCol="false" tIns="27952" lIns="27952" bIns="27952" rIns="2795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77938" y="8555757"/>
            <a:ext cx="225825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118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Saída: Carla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 spc="-118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   Rodrigo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0" y="3199365"/>
            <a:ext cx="7482254" cy="2065020"/>
            <a:chOff x="0" y="0"/>
            <a:chExt cx="9976338" cy="275336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9756332" cy="1262819"/>
              <a:chOff x="0" y="0"/>
              <a:chExt cx="1927177" cy="2494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927177" cy="249446"/>
              </a:xfrm>
              <a:custGeom>
                <a:avLst/>
                <a:gdLst/>
                <a:ahLst/>
                <a:cxnLst/>
                <a:rect r="r" b="b" t="t" l="l"/>
                <a:pathLst>
                  <a:path h="249446" w="1927177">
                    <a:moveTo>
                      <a:pt x="53960" y="0"/>
                    </a:moveTo>
                    <a:lnTo>
                      <a:pt x="1873217" y="0"/>
                    </a:lnTo>
                    <a:cubicBezTo>
                      <a:pt x="1887528" y="0"/>
                      <a:pt x="1901253" y="5685"/>
                      <a:pt x="1911372" y="15804"/>
                    </a:cubicBezTo>
                    <a:cubicBezTo>
                      <a:pt x="1921492" y="25924"/>
                      <a:pt x="1927177" y="39649"/>
                      <a:pt x="1927177" y="53960"/>
                    </a:cubicBezTo>
                    <a:lnTo>
                      <a:pt x="1927177" y="195486"/>
                    </a:lnTo>
                    <a:cubicBezTo>
                      <a:pt x="1927177" y="209797"/>
                      <a:pt x="1921492" y="223522"/>
                      <a:pt x="1911372" y="233641"/>
                    </a:cubicBezTo>
                    <a:cubicBezTo>
                      <a:pt x="1901253" y="243761"/>
                      <a:pt x="1887528" y="249446"/>
                      <a:pt x="1873217" y="249446"/>
                    </a:cubicBezTo>
                    <a:lnTo>
                      <a:pt x="53960" y="249446"/>
                    </a:lnTo>
                    <a:cubicBezTo>
                      <a:pt x="39649" y="249446"/>
                      <a:pt x="25924" y="243761"/>
                      <a:pt x="15804" y="233641"/>
                    </a:cubicBezTo>
                    <a:cubicBezTo>
                      <a:pt x="5685" y="223522"/>
                      <a:pt x="0" y="209797"/>
                      <a:pt x="0" y="195486"/>
                    </a:cubicBezTo>
                    <a:lnTo>
                      <a:pt x="0" y="53960"/>
                    </a:lnTo>
                    <a:cubicBezTo>
                      <a:pt x="0" y="39649"/>
                      <a:pt x="5685" y="25924"/>
                      <a:pt x="15804" y="15804"/>
                    </a:cubicBezTo>
                    <a:cubicBezTo>
                      <a:pt x="25924" y="5685"/>
                      <a:pt x="39649" y="0"/>
                      <a:pt x="53960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927177" cy="2875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483995" y="295513"/>
              <a:ext cx="949234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saber quantos elementos há: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0" y="1262819"/>
              <a:ext cx="5359366" cy="1036155"/>
              <a:chOff x="0" y="0"/>
              <a:chExt cx="1307729" cy="25283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307729" cy="252830"/>
              </a:xfrm>
              <a:custGeom>
                <a:avLst/>
                <a:gdLst/>
                <a:ahLst/>
                <a:cxnLst/>
                <a:rect r="r" b="b" t="t" l="l"/>
                <a:pathLst>
                  <a:path h="252830" w="1307729">
                    <a:moveTo>
                      <a:pt x="98230" y="0"/>
                    </a:moveTo>
                    <a:lnTo>
                      <a:pt x="1209499" y="0"/>
                    </a:lnTo>
                    <a:cubicBezTo>
                      <a:pt x="1235552" y="0"/>
                      <a:pt x="1260537" y="10349"/>
                      <a:pt x="1278959" y="28771"/>
                    </a:cubicBezTo>
                    <a:cubicBezTo>
                      <a:pt x="1297380" y="47193"/>
                      <a:pt x="1307729" y="72178"/>
                      <a:pt x="1307729" y="98230"/>
                    </a:cubicBezTo>
                    <a:lnTo>
                      <a:pt x="1307729" y="154600"/>
                    </a:lnTo>
                    <a:cubicBezTo>
                      <a:pt x="1307729" y="180653"/>
                      <a:pt x="1297380" y="205638"/>
                      <a:pt x="1278959" y="224060"/>
                    </a:cubicBezTo>
                    <a:cubicBezTo>
                      <a:pt x="1260537" y="242481"/>
                      <a:pt x="1235552" y="252830"/>
                      <a:pt x="1209499" y="252830"/>
                    </a:cubicBezTo>
                    <a:lnTo>
                      <a:pt x="98230" y="252830"/>
                    </a:lnTo>
                    <a:cubicBezTo>
                      <a:pt x="72178" y="252830"/>
                      <a:pt x="47193" y="242481"/>
                      <a:pt x="28771" y="224060"/>
                    </a:cubicBezTo>
                    <a:cubicBezTo>
                      <a:pt x="10349" y="205638"/>
                      <a:pt x="0" y="180653"/>
                      <a:pt x="0" y="154600"/>
                    </a:cubicBezTo>
                    <a:lnTo>
                      <a:pt x="0" y="98230"/>
                    </a:lnTo>
                    <a:cubicBezTo>
                      <a:pt x="0" y="72178"/>
                      <a:pt x="10349" y="47193"/>
                      <a:pt x="28771" y="28771"/>
                    </a:cubicBezTo>
                    <a:cubicBezTo>
                      <a:pt x="47193" y="10349"/>
                      <a:pt x="72178" y="0"/>
                      <a:pt x="9823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307729" cy="290930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87384" y="1556024"/>
              <a:ext cx="528443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len(Lista)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true" rot="0">
              <a:off x="483995" y="2051324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1298611" y="2219475"/>
              <a:ext cx="1921763" cy="533885"/>
              <a:chOff x="0" y="0"/>
              <a:chExt cx="689893" cy="19165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689893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689893">
                    <a:moveTo>
                      <a:pt x="95830" y="0"/>
                    </a:moveTo>
                    <a:lnTo>
                      <a:pt x="594064" y="0"/>
                    </a:lnTo>
                    <a:cubicBezTo>
                      <a:pt x="619479" y="0"/>
                      <a:pt x="643854" y="10096"/>
                      <a:pt x="661826" y="28068"/>
                    </a:cubicBezTo>
                    <a:cubicBezTo>
                      <a:pt x="679797" y="46039"/>
                      <a:pt x="689893" y="70414"/>
                      <a:pt x="689893" y="95830"/>
                    </a:cubicBezTo>
                    <a:lnTo>
                      <a:pt x="689893" y="95830"/>
                    </a:lnTo>
                    <a:cubicBezTo>
                      <a:pt x="689893" y="148755"/>
                      <a:pt x="646989" y="191659"/>
                      <a:pt x="594064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689893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477932" y="228321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6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LISTAS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144000" y="5940163"/>
            <a:ext cx="9023859" cy="2118554"/>
            <a:chOff x="0" y="0"/>
            <a:chExt cx="12031812" cy="2824739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12031812" cy="1262819"/>
              <a:chOff x="0" y="0"/>
              <a:chExt cx="2376654" cy="249446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2376654" cy="249446"/>
              </a:xfrm>
              <a:custGeom>
                <a:avLst/>
                <a:gdLst/>
                <a:ahLst/>
                <a:cxnLst/>
                <a:rect r="r" b="b" t="t" l="l"/>
                <a:pathLst>
                  <a:path h="249446" w="2376654">
                    <a:moveTo>
                      <a:pt x="43755" y="0"/>
                    </a:moveTo>
                    <a:lnTo>
                      <a:pt x="2332899" y="0"/>
                    </a:lnTo>
                    <a:cubicBezTo>
                      <a:pt x="2344504" y="0"/>
                      <a:pt x="2355633" y="4610"/>
                      <a:pt x="2363839" y="12816"/>
                    </a:cubicBezTo>
                    <a:cubicBezTo>
                      <a:pt x="2372044" y="21021"/>
                      <a:pt x="2376654" y="32150"/>
                      <a:pt x="2376654" y="43755"/>
                    </a:cubicBezTo>
                    <a:lnTo>
                      <a:pt x="2376654" y="205691"/>
                    </a:lnTo>
                    <a:cubicBezTo>
                      <a:pt x="2376654" y="217295"/>
                      <a:pt x="2372044" y="228425"/>
                      <a:pt x="2363839" y="236630"/>
                    </a:cubicBezTo>
                    <a:cubicBezTo>
                      <a:pt x="2355633" y="244836"/>
                      <a:pt x="2344504" y="249446"/>
                      <a:pt x="2332899" y="249446"/>
                    </a:cubicBezTo>
                    <a:lnTo>
                      <a:pt x="43755" y="249446"/>
                    </a:lnTo>
                    <a:cubicBezTo>
                      <a:pt x="19590" y="249446"/>
                      <a:pt x="0" y="229856"/>
                      <a:pt x="0" y="205691"/>
                    </a:cubicBezTo>
                    <a:lnTo>
                      <a:pt x="0" y="43755"/>
                    </a:lnTo>
                    <a:cubicBezTo>
                      <a:pt x="0" y="19590"/>
                      <a:pt x="19590" y="0"/>
                      <a:pt x="43755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2376654" cy="2875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483995" y="295513"/>
              <a:ext cx="11547817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somar todos os numeros de uma lista:</a:t>
              </a:r>
            </a:p>
          </p:txBody>
        </p:sp>
        <p:grpSp>
          <p:nvGrpSpPr>
            <p:cNvPr name="Group 54" id="54"/>
            <p:cNvGrpSpPr/>
            <p:nvPr/>
          </p:nvGrpSpPr>
          <p:grpSpPr>
            <a:xfrm rot="0">
              <a:off x="0" y="1262819"/>
              <a:ext cx="5359366" cy="1036155"/>
              <a:chOff x="0" y="0"/>
              <a:chExt cx="1307729" cy="25283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307729" cy="252830"/>
              </a:xfrm>
              <a:custGeom>
                <a:avLst/>
                <a:gdLst/>
                <a:ahLst/>
                <a:cxnLst/>
                <a:rect r="r" b="b" t="t" l="l"/>
                <a:pathLst>
                  <a:path h="252830" w="1307729">
                    <a:moveTo>
                      <a:pt x="98230" y="0"/>
                    </a:moveTo>
                    <a:lnTo>
                      <a:pt x="1209499" y="0"/>
                    </a:lnTo>
                    <a:cubicBezTo>
                      <a:pt x="1235552" y="0"/>
                      <a:pt x="1260537" y="10349"/>
                      <a:pt x="1278959" y="28771"/>
                    </a:cubicBezTo>
                    <a:cubicBezTo>
                      <a:pt x="1297380" y="47193"/>
                      <a:pt x="1307729" y="72178"/>
                      <a:pt x="1307729" y="98230"/>
                    </a:cubicBezTo>
                    <a:lnTo>
                      <a:pt x="1307729" y="154600"/>
                    </a:lnTo>
                    <a:cubicBezTo>
                      <a:pt x="1307729" y="180653"/>
                      <a:pt x="1297380" y="205638"/>
                      <a:pt x="1278959" y="224060"/>
                    </a:cubicBezTo>
                    <a:cubicBezTo>
                      <a:pt x="1260537" y="242481"/>
                      <a:pt x="1235552" y="252830"/>
                      <a:pt x="1209499" y="252830"/>
                    </a:cubicBezTo>
                    <a:lnTo>
                      <a:pt x="98230" y="252830"/>
                    </a:lnTo>
                    <a:cubicBezTo>
                      <a:pt x="72178" y="252830"/>
                      <a:pt x="47193" y="242481"/>
                      <a:pt x="28771" y="224060"/>
                    </a:cubicBezTo>
                    <a:cubicBezTo>
                      <a:pt x="10349" y="205638"/>
                      <a:pt x="0" y="180653"/>
                      <a:pt x="0" y="154600"/>
                    </a:cubicBezTo>
                    <a:lnTo>
                      <a:pt x="0" y="98230"/>
                    </a:lnTo>
                    <a:cubicBezTo>
                      <a:pt x="0" y="72178"/>
                      <a:pt x="10349" y="47193"/>
                      <a:pt x="28771" y="28771"/>
                    </a:cubicBezTo>
                    <a:cubicBezTo>
                      <a:pt x="47193" y="10349"/>
                      <a:pt x="72178" y="0"/>
                      <a:pt x="9823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307729" cy="290930"/>
              </a:xfrm>
              <a:prstGeom prst="rect">
                <a:avLst/>
              </a:prstGeom>
            </p:spPr>
            <p:txBody>
              <a:bodyPr anchor="ctr" rtlCol="false" tIns="62302" lIns="62302" bIns="62302" rIns="62302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387384" y="1556024"/>
              <a:ext cx="528443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sum(Numeros)</a:t>
              </a:r>
            </a:p>
          </p:txBody>
        </p:sp>
        <p:sp>
          <p:nvSpPr>
            <p:cNvPr name="Freeform 58" id="58"/>
            <p:cNvSpPr/>
            <p:nvPr/>
          </p:nvSpPr>
          <p:spPr>
            <a:xfrm flipH="false" flipV="true" rot="0">
              <a:off x="387384" y="2122704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9" id="59"/>
            <p:cNvGrpSpPr/>
            <p:nvPr/>
          </p:nvGrpSpPr>
          <p:grpSpPr>
            <a:xfrm rot="0">
              <a:off x="1202000" y="2290854"/>
              <a:ext cx="2282187" cy="533885"/>
              <a:chOff x="0" y="0"/>
              <a:chExt cx="819282" cy="191659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9282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819282">
                    <a:moveTo>
                      <a:pt x="95830" y="0"/>
                    </a:moveTo>
                    <a:lnTo>
                      <a:pt x="723452" y="0"/>
                    </a:lnTo>
                    <a:cubicBezTo>
                      <a:pt x="748868" y="0"/>
                      <a:pt x="773243" y="10096"/>
                      <a:pt x="791214" y="28068"/>
                    </a:cubicBezTo>
                    <a:cubicBezTo>
                      <a:pt x="809186" y="46039"/>
                      <a:pt x="819282" y="70414"/>
                      <a:pt x="819282" y="95830"/>
                    </a:cubicBezTo>
                    <a:lnTo>
                      <a:pt x="819282" y="95830"/>
                    </a:lnTo>
                    <a:cubicBezTo>
                      <a:pt x="819282" y="148755"/>
                      <a:pt x="776378" y="191659"/>
                      <a:pt x="723452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819282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1381321" y="235459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100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7707" y="34028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90779" y="3706612"/>
            <a:ext cx="14506442" cy="2873775"/>
            <a:chOff x="0" y="0"/>
            <a:chExt cx="19341922" cy="38317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341922" cy="3831700"/>
              <a:chOff x="0" y="0"/>
              <a:chExt cx="3820627" cy="75687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820626" cy="756879"/>
              </a:xfrm>
              <a:custGeom>
                <a:avLst/>
                <a:gdLst/>
                <a:ahLst/>
                <a:cxnLst/>
                <a:rect r="r" b="b" t="t" l="l"/>
                <a:pathLst>
                  <a:path h="756879" w="3820626">
                    <a:moveTo>
                      <a:pt x="27218" y="0"/>
                    </a:moveTo>
                    <a:lnTo>
                      <a:pt x="3793408" y="0"/>
                    </a:lnTo>
                    <a:cubicBezTo>
                      <a:pt x="3800627" y="0"/>
                      <a:pt x="3807550" y="2868"/>
                      <a:pt x="3812654" y="7972"/>
                    </a:cubicBezTo>
                    <a:cubicBezTo>
                      <a:pt x="3817759" y="13076"/>
                      <a:pt x="3820626" y="19999"/>
                      <a:pt x="3820626" y="27218"/>
                    </a:cubicBezTo>
                    <a:lnTo>
                      <a:pt x="3820626" y="729661"/>
                    </a:lnTo>
                    <a:cubicBezTo>
                      <a:pt x="3820626" y="736880"/>
                      <a:pt x="3817759" y="743803"/>
                      <a:pt x="3812654" y="748907"/>
                    </a:cubicBezTo>
                    <a:cubicBezTo>
                      <a:pt x="3807550" y="754011"/>
                      <a:pt x="3800627" y="756879"/>
                      <a:pt x="3793408" y="756879"/>
                    </a:cubicBezTo>
                    <a:lnTo>
                      <a:pt x="27218" y="756879"/>
                    </a:lnTo>
                    <a:cubicBezTo>
                      <a:pt x="19999" y="756879"/>
                      <a:pt x="13076" y="754011"/>
                      <a:pt x="7972" y="748907"/>
                    </a:cubicBezTo>
                    <a:cubicBezTo>
                      <a:pt x="2868" y="743803"/>
                      <a:pt x="0" y="736880"/>
                      <a:pt x="0" y="729661"/>
                    </a:cubicBezTo>
                    <a:lnTo>
                      <a:pt x="0" y="27218"/>
                    </a:lnTo>
                    <a:cubicBezTo>
                      <a:pt x="0" y="19999"/>
                      <a:pt x="2868" y="13076"/>
                      <a:pt x="7972" y="7972"/>
                    </a:cubicBezTo>
                    <a:cubicBezTo>
                      <a:pt x="13076" y="2868"/>
                      <a:pt x="19999" y="0"/>
                      <a:pt x="27218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820627" cy="7949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6436" y="337593"/>
              <a:ext cx="18301972" cy="305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 função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é usado para o código tomar uma decisão.</a:t>
              </a:r>
            </a:p>
            <a:p>
              <a:pPr algn="l" marL="647700" indent="-323850" lvl="1">
                <a:lnSpc>
                  <a:spcPts val="3600"/>
                </a:lnSpc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Ele executa uma parte do código somente se as condições forem atendidas.</a:t>
              </a:r>
            </a:p>
            <a:p>
              <a:pPr algn="l" marL="647700" indent="-323850" lvl="1">
                <a:lnSpc>
                  <a:spcPts val="36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Pode ser usado 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junto ao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para executar parte do código caso a condição </a:t>
              </a:r>
              <a:r>
                <a:rPr lang="en-US" b="true" sz="3000" spc="-177">
                  <a:solidFill>
                    <a:srgbClr val="88081A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não </a:t>
              </a:r>
              <a:r>
                <a:rPr lang="en-US" b="true" sz="3000" spc="-17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seja atendida.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142063" y="2445563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que é if em python?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 de como usar if em python: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68219" y="3115561"/>
            <a:ext cx="5092507" cy="2397000"/>
            <a:chOff x="0" y="0"/>
            <a:chExt cx="6790009" cy="3196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496579"/>
              <a:ext cx="5200714" cy="2190700"/>
              <a:chOff x="0" y="0"/>
              <a:chExt cx="1159973" cy="48861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59973" cy="488616"/>
              </a:xfrm>
              <a:custGeom>
                <a:avLst/>
                <a:gdLst/>
                <a:ahLst/>
                <a:cxnLst/>
                <a:rect r="r" b="b" t="t" l="l"/>
                <a:pathLst>
                  <a:path h="488616" w="1159973">
                    <a:moveTo>
                      <a:pt x="101227" y="0"/>
                    </a:moveTo>
                    <a:lnTo>
                      <a:pt x="1058746" y="0"/>
                    </a:lnTo>
                    <a:cubicBezTo>
                      <a:pt x="1114652" y="0"/>
                      <a:pt x="1159973" y="45321"/>
                      <a:pt x="1159973" y="101227"/>
                    </a:cubicBezTo>
                    <a:lnTo>
                      <a:pt x="1159973" y="387390"/>
                    </a:lnTo>
                    <a:cubicBezTo>
                      <a:pt x="1159973" y="443295"/>
                      <a:pt x="1114652" y="488616"/>
                      <a:pt x="1058746" y="488616"/>
                    </a:cubicBezTo>
                    <a:lnTo>
                      <a:pt x="101227" y="488616"/>
                    </a:lnTo>
                    <a:cubicBezTo>
                      <a:pt x="45321" y="488616"/>
                      <a:pt x="0" y="443295"/>
                      <a:pt x="0" y="387390"/>
                    </a:cubicBezTo>
                    <a:lnTo>
                      <a:pt x="0" y="101227"/>
                    </a:lnTo>
                    <a:cubicBezTo>
                      <a:pt x="0" y="45321"/>
                      <a:pt x="45321" y="0"/>
                      <a:pt x="10122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159973" cy="526716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6001657" cy="873742"/>
              <a:chOff x="0" y="0"/>
              <a:chExt cx="1338616" cy="1948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3861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338616">
                    <a:moveTo>
                      <a:pt x="87718" y="0"/>
                    </a:moveTo>
                    <a:lnTo>
                      <a:pt x="1250898" y="0"/>
                    </a:lnTo>
                    <a:cubicBezTo>
                      <a:pt x="1299343" y="0"/>
                      <a:pt x="1338616" y="39272"/>
                      <a:pt x="1338616" y="87718"/>
                    </a:cubicBezTo>
                    <a:lnTo>
                      <a:pt x="1338616" y="107163"/>
                    </a:lnTo>
                    <a:cubicBezTo>
                      <a:pt x="1338616" y="130427"/>
                      <a:pt x="1329374" y="152738"/>
                      <a:pt x="1312924" y="169189"/>
                    </a:cubicBezTo>
                    <a:cubicBezTo>
                      <a:pt x="1296474" y="185639"/>
                      <a:pt x="1274163" y="194880"/>
                      <a:pt x="1250898" y="194880"/>
                    </a:cubicBezTo>
                    <a:lnTo>
                      <a:pt x="87718" y="194880"/>
                    </a:lnTo>
                    <a:cubicBezTo>
                      <a:pt x="39272" y="194880"/>
                      <a:pt x="0" y="155608"/>
                      <a:pt x="0" y="107163"/>
                    </a:cubicBezTo>
                    <a:lnTo>
                      <a:pt x="0" y="87718"/>
                    </a:lnTo>
                    <a:cubicBezTo>
                      <a:pt x="0" y="39272"/>
                      <a:pt x="39272" y="0"/>
                      <a:pt x="8771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33861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35996" y="995380"/>
              <a:ext cx="4684506" cy="149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true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Resultado: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print(“Verdade”)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Verdadeiro ou falso</a:t>
              </a:r>
            </a:p>
          </p:txBody>
        </p:sp>
        <p:sp>
          <p:nvSpPr>
            <p:cNvPr name="Freeform 18" id="18"/>
            <p:cNvSpPr/>
            <p:nvPr/>
          </p:nvSpPr>
          <p:spPr>
            <a:xfrm flipH="false" flipV="true" rot="0">
              <a:off x="507067" y="24939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1321683" y="2662115"/>
              <a:ext cx="3043082" cy="533885"/>
              <a:chOff x="0" y="0"/>
              <a:chExt cx="1092436" cy="19165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92436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092436">
                    <a:moveTo>
                      <a:pt x="95830" y="0"/>
                    </a:moveTo>
                    <a:lnTo>
                      <a:pt x="996606" y="0"/>
                    </a:lnTo>
                    <a:cubicBezTo>
                      <a:pt x="1022022" y="0"/>
                      <a:pt x="1046396" y="10096"/>
                      <a:pt x="1064368" y="28068"/>
                    </a:cubicBezTo>
                    <a:cubicBezTo>
                      <a:pt x="1082339" y="46039"/>
                      <a:pt x="1092436" y="70414"/>
                      <a:pt x="1092436" y="95830"/>
                    </a:cubicBezTo>
                    <a:lnTo>
                      <a:pt x="1092436" y="95830"/>
                    </a:lnTo>
                    <a:cubicBezTo>
                      <a:pt x="1092436" y="148755"/>
                      <a:pt x="1049531" y="191659"/>
                      <a:pt x="996606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092436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501004" y="272585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Verdade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68219" y="6169786"/>
            <a:ext cx="5092507" cy="2397000"/>
            <a:chOff x="0" y="0"/>
            <a:chExt cx="6790009" cy="3196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496579"/>
              <a:ext cx="5200714" cy="2190700"/>
              <a:chOff x="0" y="0"/>
              <a:chExt cx="1159973" cy="48861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59973" cy="488616"/>
              </a:xfrm>
              <a:custGeom>
                <a:avLst/>
                <a:gdLst/>
                <a:ahLst/>
                <a:cxnLst/>
                <a:rect r="r" b="b" t="t" l="l"/>
                <a:pathLst>
                  <a:path h="488616" w="1159973">
                    <a:moveTo>
                      <a:pt x="101227" y="0"/>
                    </a:moveTo>
                    <a:lnTo>
                      <a:pt x="1058746" y="0"/>
                    </a:lnTo>
                    <a:cubicBezTo>
                      <a:pt x="1114652" y="0"/>
                      <a:pt x="1159973" y="45321"/>
                      <a:pt x="1159973" y="101227"/>
                    </a:cubicBezTo>
                    <a:lnTo>
                      <a:pt x="1159973" y="387390"/>
                    </a:lnTo>
                    <a:cubicBezTo>
                      <a:pt x="1159973" y="443295"/>
                      <a:pt x="1114652" y="488616"/>
                      <a:pt x="1058746" y="488616"/>
                    </a:cubicBezTo>
                    <a:lnTo>
                      <a:pt x="101227" y="488616"/>
                    </a:lnTo>
                    <a:cubicBezTo>
                      <a:pt x="45321" y="488616"/>
                      <a:pt x="0" y="443295"/>
                      <a:pt x="0" y="387390"/>
                    </a:cubicBezTo>
                    <a:lnTo>
                      <a:pt x="0" y="101227"/>
                    </a:lnTo>
                    <a:cubicBezTo>
                      <a:pt x="0" y="45321"/>
                      <a:pt x="45321" y="0"/>
                      <a:pt x="10122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159973" cy="526716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6001657" cy="873742"/>
              <a:chOff x="0" y="0"/>
              <a:chExt cx="1338616" cy="1948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38616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338616">
                    <a:moveTo>
                      <a:pt x="87718" y="0"/>
                    </a:moveTo>
                    <a:lnTo>
                      <a:pt x="1250898" y="0"/>
                    </a:lnTo>
                    <a:cubicBezTo>
                      <a:pt x="1299343" y="0"/>
                      <a:pt x="1338616" y="39272"/>
                      <a:pt x="1338616" y="87718"/>
                    </a:cubicBezTo>
                    <a:lnTo>
                      <a:pt x="1338616" y="107163"/>
                    </a:lnTo>
                    <a:cubicBezTo>
                      <a:pt x="1338616" y="130427"/>
                      <a:pt x="1329374" y="152738"/>
                      <a:pt x="1312924" y="169189"/>
                    </a:cubicBezTo>
                    <a:cubicBezTo>
                      <a:pt x="1296474" y="185639"/>
                      <a:pt x="1274163" y="194880"/>
                      <a:pt x="1250898" y="194880"/>
                    </a:cubicBezTo>
                    <a:lnTo>
                      <a:pt x="87718" y="194880"/>
                    </a:lnTo>
                    <a:cubicBezTo>
                      <a:pt x="39272" y="194880"/>
                      <a:pt x="0" y="155608"/>
                      <a:pt x="0" y="107163"/>
                    </a:cubicBezTo>
                    <a:lnTo>
                      <a:pt x="0" y="87718"/>
                    </a:lnTo>
                    <a:cubicBezTo>
                      <a:pt x="0" y="39272"/>
                      <a:pt x="39272" y="0"/>
                      <a:pt x="8771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1338616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35996" y="995380"/>
              <a:ext cx="4684506" cy="149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Resultado = false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Resultado: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print(“Verdade”)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Verdadeiro ou falso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true" rot="0">
              <a:off x="507067" y="24939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3" id="33"/>
            <p:cNvGrpSpPr/>
            <p:nvPr/>
          </p:nvGrpSpPr>
          <p:grpSpPr>
            <a:xfrm rot="0">
              <a:off x="1321683" y="2662115"/>
              <a:ext cx="2081951" cy="533885"/>
              <a:chOff x="0" y="0"/>
              <a:chExt cx="747399" cy="191659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47399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747399">
                    <a:moveTo>
                      <a:pt x="95830" y="0"/>
                    </a:moveTo>
                    <a:lnTo>
                      <a:pt x="651570" y="0"/>
                    </a:lnTo>
                    <a:cubicBezTo>
                      <a:pt x="676985" y="0"/>
                      <a:pt x="701360" y="10096"/>
                      <a:pt x="719332" y="28068"/>
                    </a:cubicBezTo>
                    <a:cubicBezTo>
                      <a:pt x="737303" y="46039"/>
                      <a:pt x="747399" y="70414"/>
                      <a:pt x="747399" y="95830"/>
                    </a:cubicBezTo>
                    <a:lnTo>
                      <a:pt x="747399" y="95830"/>
                    </a:lnTo>
                    <a:cubicBezTo>
                      <a:pt x="747399" y="148755"/>
                      <a:pt x="704495" y="191659"/>
                      <a:pt x="651570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747399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501004" y="2725857"/>
              <a:ext cx="3011003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Sem saída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37266" y="6461029"/>
            <a:ext cx="5582515" cy="3235200"/>
            <a:chOff x="0" y="0"/>
            <a:chExt cx="7443353" cy="43136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496579"/>
              <a:ext cx="6790009" cy="3352066"/>
              <a:chOff x="0" y="0"/>
              <a:chExt cx="1514451" cy="74764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514451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514451">
                    <a:moveTo>
                      <a:pt x="77533" y="0"/>
                    </a:moveTo>
                    <a:lnTo>
                      <a:pt x="1436918" y="0"/>
                    </a:lnTo>
                    <a:cubicBezTo>
                      <a:pt x="1457481" y="0"/>
                      <a:pt x="1477202" y="8169"/>
                      <a:pt x="1491742" y="22709"/>
                    </a:cubicBezTo>
                    <a:cubicBezTo>
                      <a:pt x="1506282" y="37249"/>
                      <a:pt x="1514451" y="56970"/>
                      <a:pt x="1514451" y="77533"/>
                    </a:cubicBezTo>
                    <a:lnTo>
                      <a:pt x="1514451" y="670115"/>
                    </a:lnTo>
                    <a:cubicBezTo>
                      <a:pt x="1514451" y="690678"/>
                      <a:pt x="1506282" y="710399"/>
                      <a:pt x="1491742" y="724940"/>
                    </a:cubicBezTo>
                    <a:cubicBezTo>
                      <a:pt x="1477202" y="739480"/>
                      <a:pt x="1457481" y="747648"/>
                      <a:pt x="1436918" y="747648"/>
                    </a:cubicBezTo>
                    <a:lnTo>
                      <a:pt x="77533" y="747648"/>
                    </a:lnTo>
                    <a:cubicBezTo>
                      <a:pt x="56970" y="747648"/>
                      <a:pt x="37249" y="739480"/>
                      <a:pt x="22709" y="724940"/>
                    </a:cubicBezTo>
                    <a:cubicBezTo>
                      <a:pt x="8169" y="710399"/>
                      <a:pt x="0" y="690678"/>
                      <a:pt x="0" y="670115"/>
                    </a:cubicBezTo>
                    <a:lnTo>
                      <a:pt x="0" y="77533"/>
                    </a:lnTo>
                    <a:cubicBezTo>
                      <a:pt x="0" y="56970"/>
                      <a:pt x="8169" y="37249"/>
                      <a:pt x="22709" y="22709"/>
                    </a:cubicBezTo>
                    <a:cubicBezTo>
                      <a:pt x="37249" y="8169"/>
                      <a:pt x="56970" y="0"/>
                      <a:pt x="7753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514451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335996" y="995380"/>
              <a:ext cx="6454013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= 16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 &gt;= 18: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print(“Maior de idade”)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print(“Menor de idade”)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</a:t>
              </a:r>
            </a:p>
          </p:txBody>
        </p:sp>
        <p:sp>
          <p:nvSpPr>
            <p:cNvPr name="Freeform 46" id="46"/>
            <p:cNvSpPr/>
            <p:nvPr/>
          </p:nvSpPr>
          <p:spPr>
            <a:xfrm flipH="false" flipV="true" rot="0">
              <a:off x="553422" y="36115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4" y="667937"/>
                  </a:lnTo>
                  <a:lnTo>
                    <a:pt x="652074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7" id="47"/>
            <p:cNvGrpSpPr/>
            <p:nvPr/>
          </p:nvGrpSpPr>
          <p:grpSpPr>
            <a:xfrm rot="0">
              <a:off x="1368039" y="3779715"/>
              <a:ext cx="4364637" cy="533885"/>
              <a:chOff x="0" y="0"/>
              <a:chExt cx="1566860" cy="19165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566860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566860">
                    <a:moveTo>
                      <a:pt x="95830" y="0"/>
                    </a:moveTo>
                    <a:lnTo>
                      <a:pt x="1471031" y="0"/>
                    </a:lnTo>
                    <a:cubicBezTo>
                      <a:pt x="1523956" y="0"/>
                      <a:pt x="1566860" y="42904"/>
                      <a:pt x="1566860" y="95830"/>
                    </a:cubicBezTo>
                    <a:lnTo>
                      <a:pt x="1566860" y="95830"/>
                    </a:lnTo>
                    <a:cubicBezTo>
                      <a:pt x="1566860" y="121245"/>
                      <a:pt x="1556764" y="145620"/>
                      <a:pt x="1538793" y="163591"/>
                    </a:cubicBezTo>
                    <a:cubicBezTo>
                      <a:pt x="1520821" y="181563"/>
                      <a:pt x="1496446" y="191659"/>
                      <a:pt x="1471031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38100"/>
                <a:ext cx="1566860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1547360" y="3843457"/>
              <a:ext cx="405222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Menor de idade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37266" y="3115561"/>
            <a:ext cx="5582515" cy="3235200"/>
            <a:chOff x="0" y="0"/>
            <a:chExt cx="7443353" cy="431360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496579"/>
              <a:ext cx="6790009" cy="3352066"/>
              <a:chOff x="0" y="0"/>
              <a:chExt cx="1514451" cy="747648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514451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514451">
                    <a:moveTo>
                      <a:pt x="77533" y="0"/>
                    </a:moveTo>
                    <a:lnTo>
                      <a:pt x="1436918" y="0"/>
                    </a:lnTo>
                    <a:cubicBezTo>
                      <a:pt x="1457481" y="0"/>
                      <a:pt x="1477202" y="8169"/>
                      <a:pt x="1491742" y="22709"/>
                    </a:cubicBezTo>
                    <a:cubicBezTo>
                      <a:pt x="1506282" y="37249"/>
                      <a:pt x="1514451" y="56970"/>
                      <a:pt x="1514451" y="77533"/>
                    </a:cubicBezTo>
                    <a:lnTo>
                      <a:pt x="1514451" y="670115"/>
                    </a:lnTo>
                    <a:cubicBezTo>
                      <a:pt x="1514451" y="690678"/>
                      <a:pt x="1506282" y="710399"/>
                      <a:pt x="1491742" y="724940"/>
                    </a:cubicBezTo>
                    <a:cubicBezTo>
                      <a:pt x="1477202" y="739480"/>
                      <a:pt x="1457481" y="747648"/>
                      <a:pt x="1436918" y="747648"/>
                    </a:cubicBezTo>
                    <a:lnTo>
                      <a:pt x="77533" y="747648"/>
                    </a:lnTo>
                    <a:cubicBezTo>
                      <a:pt x="56970" y="747648"/>
                      <a:pt x="37249" y="739480"/>
                      <a:pt x="22709" y="724940"/>
                    </a:cubicBezTo>
                    <a:cubicBezTo>
                      <a:pt x="8169" y="710399"/>
                      <a:pt x="0" y="690678"/>
                      <a:pt x="0" y="670115"/>
                    </a:cubicBezTo>
                    <a:lnTo>
                      <a:pt x="0" y="77533"/>
                    </a:lnTo>
                    <a:cubicBezTo>
                      <a:pt x="0" y="56970"/>
                      <a:pt x="8169" y="37249"/>
                      <a:pt x="22709" y="22709"/>
                    </a:cubicBezTo>
                    <a:cubicBezTo>
                      <a:pt x="37249" y="8169"/>
                      <a:pt x="56970" y="0"/>
                      <a:pt x="77533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514451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35996" y="995380"/>
              <a:ext cx="6454013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= 20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 &gt;= 18: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print(“Maior de idade”)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print(“Menor de idade”)</a:t>
              </a:r>
            </a:p>
          </p:txBody>
        </p:sp>
        <p:grpSp>
          <p:nvGrpSpPr>
            <p:cNvPr name="Group 60" id="60"/>
            <p:cNvGrpSpPr/>
            <p:nvPr/>
          </p:nvGrpSpPr>
          <p:grpSpPr>
            <a:xfrm rot="0">
              <a:off x="1368039" y="3779715"/>
              <a:ext cx="4364637" cy="533885"/>
              <a:chOff x="0" y="0"/>
              <a:chExt cx="1566860" cy="191659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566860" cy="191659"/>
              </a:xfrm>
              <a:custGeom>
                <a:avLst/>
                <a:gdLst/>
                <a:ahLst/>
                <a:cxnLst/>
                <a:rect r="r" b="b" t="t" l="l"/>
                <a:pathLst>
                  <a:path h="191659" w="1566860">
                    <a:moveTo>
                      <a:pt x="95830" y="0"/>
                    </a:moveTo>
                    <a:lnTo>
                      <a:pt x="1471031" y="0"/>
                    </a:lnTo>
                    <a:cubicBezTo>
                      <a:pt x="1523956" y="0"/>
                      <a:pt x="1566860" y="42904"/>
                      <a:pt x="1566860" y="95830"/>
                    </a:cubicBezTo>
                    <a:lnTo>
                      <a:pt x="1566860" y="95830"/>
                    </a:lnTo>
                    <a:cubicBezTo>
                      <a:pt x="1566860" y="121245"/>
                      <a:pt x="1556764" y="145620"/>
                      <a:pt x="1538793" y="163591"/>
                    </a:cubicBezTo>
                    <a:cubicBezTo>
                      <a:pt x="1520821" y="181563"/>
                      <a:pt x="1496446" y="191659"/>
                      <a:pt x="1471031" y="191659"/>
                    </a:cubicBezTo>
                    <a:lnTo>
                      <a:pt x="95830" y="191659"/>
                    </a:lnTo>
                    <a:cubicBezTo>
                      <a:pt x="42904" y="191659"/>
                      <a:pt x="0" y="148755"/>
                      <a:pt x="0" y="95830"/>
                    </a:cubicBezTo>
                    <a:lnTo>
                      <a:pt x="0" y="95830"/>
                    </a:lnTo>
                    <a:cubicBezTo>
                      <a:pt x="0" y="42904"/>
                      <a:pt x="42904" y="0"/>
                      <a:pt x="95830" y="0"/>
                    </a:cubicBezTo>
                    <a:close/>
                  </a:path>
                </a:pathLst>
              </a:custGeom>
              <a:solidFill>
                <a:srgbClr val="3777FF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1566860" cy="229759"/>
              </a:xfrm>
              <a:prstGeom prst="rect">
                <a:avLst/>
              </a:prstGeom>
            </p:spPr>
            <p:txBody>
              <a:bodyPr anchor="ctr" rtlCol="false" tIns="27952" lIns="27952" bIns="27952" rIns="27952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1547360" y="3843457"/>
              <a:ext cx="4052228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  <a:spcBef>
                  <a:spcPct val="0"/>
                </a:spcBef>
              </a:pPr>
              <a:r>
                <a:rPr lang="en-US" b="true" sz="2000" spc="-118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Saída: Maior de idade</a:t>
              </a:r>
            </a:p>
          </p:txBody>
        </p:sp>
        <p:sp>
          <p:nvSpPr>
            <p:cNvPr name="Freeform 64" id="64"/>
            <p:cNvSpPr/>
            <p:nvPr/>
          </p:nvSpPr>
          <p:spPr>
            <a:xfrm flipH="false" flipV="true" rot="0">
              <a:off x="516208" y="3611565"/>
              <a:ext cx="652073" cy="667937"/>
            </a:xfrm>
            <a:custGeom>
              <a:avLst/>
              <a:gdLst/>
              <a:ahLst/>
              <a:cxnLst/>
              <a:rect r="r" b="b" t="t" l="l"/>
              <a:pathLst>
                <a:path h="667937" w="652073">
                  <a:moveTo>
                    <a:pt x="0" y="667937"/>
                  </a:moveTo>
                  <a:lnTo>
                    <a:pt x="652073" y="667937"/>
                  </a:lnTo>
                  <a:lnTo>
                    <a:pt x="652073" y="0"/>
                  </a:lnTo>
                  <a:lnTo>
                    <a:pt x="0" y="0"/>
                  </a:lnTo>
                  <a:lnTo>
                    <a:pt x="0" y="667937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69490" y="3199365"/>
            <a:ext cx="12922483" cy="947114"/>
            <a:chOff x="0" y="0"/>
            <a:chExt cx="3403452" cy="2494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03452" cy="249446"/>
            </a:xfrm>
            <a:custGeom>
              <a:avLst/>
              <a:gdLst/>
              <a:ahLst/>
              <a:cxnLst/>
              <a:rect r="r" b="b" t="t" l="l"/>
              <a:pathLst>
                <a:path h="249446" w="3403452">
                  <a:moveTo>
                    <a:pt x="30554" y="0"/>
                  </a:moveTo>
                  <a:lnTo>
                    <a:pt x="3372898" y="0"/>
                  </a:lnTo>
                  <a:cubicBezTo>
                    <a:pt x="3389773" y="0"/>
                    <a:pt x="3403452" y="13680"/>
                    <a:pt x="3403452" y="30554"/>
                  </a:cubicBezTo>
                  <a:lnTo>
                    <a:pt x="3403452" y="218891"/>
                  </a:lnTo>
                  <a:cubicBezTo>
                    <a:pt x="3403452" y="235766"/>
                    <a:pt x="3389773" y="249446"/>
                    <a:pt x="3372898" y="249446"/>
                  </a:cubicBezTo>
                  <a:lnTo>
                    <a:pt x="30554" y="249446"/>
                  </a:lnTo>
                  <a:cubicBezTo>
                    <a:pt x="13680" y="249446"/>
                    <a:pt x="0" y="235766"/>
                    <a:pt x="0" y="218891"/>
                  </a:cubicBezTo>
                  <a:lnTo>
                    <a:pt x="0" y="30554"/>
                  </a:lnTo>
                  <a:cubicBezTo>
                    <a:pt x="0" y="13680"/>
                    <a:pt x="13680" y="0"/>
                    <a:pt x="30554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403452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32485" y="3418619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ATENÇÃO!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Quando for usar funções como if, else, for while: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69490" y="5143500"/>
            <a:ext cx="10080500" cy="947114"/>
            <a:chOff x="0" y="0"/>
            <a:chExt cx="2654946" cy="2494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4946" cy="249446"/>
            </a:xfrm>
            <a:custGeom>
              <a:avLst/>
              <a:gdLst/>
              <a:ahLst/>
              <a:cxnLst/>
              <a:rect r="r" b="b" t="t" l="l"/>
              <a:pathLst>
                <a:path h="249446" w="2654946">
                  <a:moveTo>
                    <a:pt x="39168" y="0"/>
                  </a:moveTo>
                  <a:lnTo>
                    <a:pt x="2615778" y="0"/>
                  </a:lnTo>
                  <a:cubicBezTo>
                    <a:pt x="2637410" y="0"/>
                    <a:pt x="2654946" y="17536"/>
                    <a:pt x="2654946" y="39168"/>
                  </a:cubicBezTo>
                  <a:lnTo>
                    <a:pt x="2654946" y="210277"/>
                  </a:lnTo>
                  <a:cubicBezTo>
                    <a:pt x="2654946" y="220665"/>
                    <a:pt x="2650820" y="230628"/>
                    <a:pt x="2643474" y="237974"/>
                  </a:cubicBezTo>
                  <a:cubicBezTo>
                    <a:pt x="2636129" y="245319"/>
                    <a:pt x="2626166" y="249446"/>
                    <a:pt x="2615778" y="249446"/>
                  </a:cubicBezTo>
                  <a:lnTo>
                    <a:pt x="39168" y="249446"/>
                  </a:lnTo>
                  <a:cubicBezTo>
                    <a:pt x="17536" y="249446"/>
                    <a:pt x="0" y="231909"/>
                    <a:pt x="0" y="210277"/>
                  </a:cubicBezTo>
                  <a:lnTo>
                    <a:pt x="0" y="39168"/>
                  </a:lnTo>
                  <a:cubicBezTo>
                    <a:pt x="0" y="17536"/>
                    <a:pt x="17536" y="0"/>
                    <a:pt x="39168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54946" cy="287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32485" y="5362753"/>
            <a:ext cx="1625000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Deve sempre ter dois pontos ( : ) e identação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69490" y="6090614"/>
            <a:ext cx="4103684" cy="1051565"/>
            <a:chOff x="0" y="0"/>
            <a:chExt cx="1335110" cy="3421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5110" cy="342121"/>
            </a:xfrm>
            <a:custGeom>
              <a:avLst/>
              <a:gdLst/>
              <a:ahLst/>
              <a:cxnLst/>
              <a:rect r="r" b="b" t="t" l="l"/>
              <a:pathLst>
                <a:path h="342121" w="1335110">
                  <a:moveTo>
                    <a:pt x="96215" y="0"/>
                  </a:moveTo>
                  <a:lnTo>
                    <a:pt x="1238895" y="0"/>
                  </a:lnTo>
                  <a:cubicBezTo>
                    <a:pt x="1264413" y="0"/>
                    <a:pt x="1288885" y="10137"/>
                    <a:pt x="1306929" y="28181"/>
                  </a:cubicBezTo>
                  <a:cubicBezTo>
                    <a:pt x="1324973" y="46225"/>
                    <a:pt x="1335110" y="70698"/>
                    <a:pt x="1335110" y="96215"/>
                  </a:cubicBezTo>
                  <a:lnTo>
                    <a:pt x="1335110" y="245905"/>
                  </a:lnTo>
                  <a:cubicBezTo>
                    <a:pt x="1335110" y="271423"/>
                    <a:pt x="1324973" y="295896"/>
                    <a:pt x="1306929" y="313940"/>
                  </a:cubicBezTo>
                  <a:cubicBezTo>
                    <a:pt x="1288885" y="331984"/>
                    <a:pt x="1264413" y="342121"/>
                    <a:pt x="1238895" y="342121"/>
                  </a:cubicBezTo>
                  <a:lnTo>
                    <a:pt x="96215" y="342121"/>
                  </a:lnTo>
                  <a:cubicBezTo>
                    <a:pt x="70698" y="342121"/>
                    <a:pt x="46225" y="331984"/>
                    <a:pt x="28181" y="313940"/>
                  </a:cubicBezTo>
                  <a:cubicBezTo>
                    <a:pt x="10137" y="295896"/>
                    <a:pt x="0" y="271423"/>
                    <a:pt x="0" y="245905"/>
                  </a:cubicBezTo>
                  <a:lnTo>
                    <a:pt x="0" y="96215"/>
                  </a:lnTo>
                  <a:cubicBezTo>
                    <a:pt x="0" y="70698"/>
                    <a:pt x="10137" y="46225"/>
                    <a:pt x="28181" y="28181"/>
                  </a:cubicBezTo>
                  <a:cubicBezTo>
                    <a:pt x="46225" y="10137"/>
                    <a:pt x="70698" y="0"/>
                    <a:pt x="9621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35110" cy="38022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80102" y="6244969"/>
            <a:ext cx="396332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teste: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print(resultado)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69490" y="3199365"/>
            <a:ext cx="9693685" cy="1143178"/>
            <a:chOff x="0" y="0"/>
            <a:chExt cx="2553069" cy="3010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53069" cy="301084"/>
            </a:xfrm>
            <a:custGeom>
              <a:avLst/>
              <a:gdLst/>
              <a:ahLst/>
              <a:cxnLst/>
              <a:rect r="r" b="b" t="t" l="l"/>
              <a:pathLst>
                <a:path h="301084" w="2553069">
                  <a:moveTo>
                    <a:pt x="40731" y="0"/>
                  </a:moveTo>
                  <a:lnTo>
                    <a:pt x="2512338" y="0"/>
                  </a:lnTo>
                  <a:cubicBezTo>
                    <a:pt x="2523141" y="0"/>
                    <a:pt x="2533501" y="4291"/>
                    <a:pt x="2541139" y="11930"/>
                  </a:cubicBezTo>
                  <a:cubicBezTo>
                    <a:pt x="2548778" y="19569"/>
                    <a:pt x="2553069" y="29929"/>
                    <a:pt x="2553069" y="40731"/>
                  </a:cubicBezTo>
                  <a:lnTo>
                    <a:pt x="2553069" y="260353"/>
                  </a:lnTo>
                  <a:cubicBezTo>
                    <a:pt x="2553069" y="271155"/>
                    <a:pt x="2548778" y="281515"/>
                    <a:pt x="2541139" y="289154"/>
                  </a:cubicBezTo>
                  <a:cubicBezTo>
                    <a:pt x="2533501" y="296793"/>
                    <a:pt x="2523141" y="301084"/>
                    <a:pt x="2512338" y="301084"/>
                  </a:cubicBezTo>
                  <a:lnTo>
                    <a:pt x="40731" y="301084"/>
                  </a:lnTo>
                  <a:cubicBezTo>
                    <a:pt x="29929" y="301084"/>
                    <a:pt x="19569" y="296793"/>
                    <a:pt x="11930" y="289154"/>
                  </a:cubicBezTo>
                  <a:cubicBezTo>
                    <a:pt x="4291" y="281515"/>
                    <a:pt x="0" y="271155"/>
                    <a:pt x="0" y="260353"/>
                  </a:cubicBezTo>
                  <a:lnTo>
                    <a:pt x="0" y="40731"/>
                  </a:lnTo>
                  <a:cubicBezTo>
                    <a:pt x="0" y="29929"/>
                    <a:pt x="4291" y="19569"/>
                    <a:pt x="11930" y="11930"/>
                  </a:cubicBezTo>
                  <a:cubicBezTo>
                    <a:pt x="19569" y="4291"/>
                    <a:pt x="29929" y="0"/>
                    <a:pt x="40731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53069" cy="339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80102" y="3304230"/>
            <a:ext cx="923289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Desta forma o print está </a:t>
            </a:r>
            <a:r>
              <a:rPr lang="en-US" b="true" sz="3000" spc="-177">
                <a:solidFill>
                  <a:srgbClr val="88081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fora </a:t>
            </a: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do if e será executado independente do resultado do if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69490" y="4342544"/>
            <a:ext cx="4103684" cy="1051565"/>
            <a:chOff x="0" y="0"/>
            <a:chExt cx="1335110" cy="3421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110" cy="342121"/>
            </a:xfrm>
            <a:custGeom>
              <a:avLst/>
              <a:gdLst/>
              <a:ahLst/>
              <a:cxnLst/>
              <a:rect r="r" b="b" t="t" l="l"/>
              <a:pathLst>
                <a:path h="342121" w="1335110">
                  <a:moveTo>
                    <a:pt x="96215" y="0"/>
                  </a:moveTo>
                  <a:lnTo>
                    <a:pt x="1238895" y="0"/>
                  </a:lnTo>
                  <a:cubicBezTo>
                    <a:pt x="1264413" y="0"/>
                    <a:pt x="1288885" y="10137"/>
                    <a:pt x="1306929" y="28181"/>
                  </a:cubicBezTo>
                  <a:cubicBezTo>
                    <a:pt x="1324973" y="46225"/>
                    <a:pt x="1335110" y="70698"/>
                    <a:pt x="1335110" y="96215"/>
                  </a:cubicBezTo>
                  <a:lnTo>
                    <a:pt x="1335110" y="245905"/>
                  </a:lnTo>
                  <a:cubicBezTo>
                    <a:pt x="1335110" y="271423"/>
                    <a:pt x="1324973" y="295896"/>
                    <a:pt x="1306929" y="313940"/>
                  </a:cubicBezTo>
                  <a:cubicBezTo>
                    <a:pt x="1288885" y="331984"/>
                    <a:pt x="1264413" y="342121"/>
                    <a:pt x="1238895" y="342121"/>
                  </a:cubicBezTo>
                  <a:lnTo>
                    <a:pt x="96215" y="342121"/>
                  </a:lnTo>
                  <a:cubicBezTo>
                    <a:pt x="70698" y="342121"/>
                    <a:pt x="46225" y="331984"/>
                    <a:pt x="28181" y="313940"/>
                  </a:cubicBezTo>
                  <a:cubicBezTo>
                    <a:pt x="10137" y="295896"/>
                    <a:pt x="0" y="271423"/>
                    <a:pt x="0" y="245905"/>
                  </a:cubicBezTo>
                  <a:lnTo>
                    <a:pt x="0" y="96215"/>
                  </a:lnTo>
                  <a:cubicBezTo>
                    <a:pt x="0" y="70698"/>
                    <a:pt x="10137" y="46225"/>
                    <a:pt x="28181" y="28181"/>
                  </a:cubicBezTo>
                  <a:cubicBezTo>
                    <a:pt x="46225" y="10137"/>
                    <a:pt x="70698" y="0"/>
                    <a:pt x="9621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35110" cy="38022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80102" y="4496898"/>
            <a:ext cx="396332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teste: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print(resultado)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9490" y="5874734"/>
            <a:ext cx="9543508" cy="1143178"/>
            <a:chOff x="0" y="0"/>
            <a:chExt cx="2513517" cy="3010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3517" cy="301084"/>
            </a:xfrm>
            <a:custGeom>
              <a:avLst/>
              <a:gdLst/>
              <a:ahLst/>
              <a:cxnLst/>
              <a:rect r="r" b="b" t="t" l="l"/>
              <a:pathLst>
                <a:path h="301084" w="2513517">
                  <a:moveTo>
                    <a:pt x="41372" y="0"/>
                  </a:moveTo>
                  <a:lnTo>
                    <a:pt x="2472144" y="0"/>
                  </a:lnTo>
                  <a:cubicBezTo>
                    <a:pt x="2494993" y="0"/>
                    <a:pt x="2513517" y="18523"/>
                    <a:pt x="2513517" y="41372"/>
                  </a:cubicBezTo>
                  <a:lnTo>
                    <a:pt x="2513517" y="259712"/>
                  </a:lnTo>
                  <a:cubicBezTo>
                    <a:pt x="2513517" y="282561"/>
                    <a:pt x="2494993" y="301084"/>
                    <a:pt x="2472144" y="301084"/>
                  </a:cubicBezTo>
                  <a:lnTo>
                    <a:pt x="41372" y="301084"/>
                  </a:lnTo>
                  <a:cubicBezTo>
                    <a:pt x="18523" y="301084"/>
                    <a:pt x="0" y="282561"/>
                    <a:pt x="0" y="259712"/>
                  </a:cubicBezTo>
                  <a:lnTo>
                    <a:pt x="0" y="41372"/>
                  </a:lnTo>
                  <a:cubicBezTo>
                    <a:pt x="0" y="18523"/>
                    <a:pt x="18523" y="0"/>
                    <a:pt x="41372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3517" cy="3391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80102" y="5979598"/>
            <a:ext cx="901148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77" b="true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Desta forma há erro de sintaxe e o código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não rodará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69490" y="7017912"/>
            <a:ext cx="4103684" cy="1051565"/>
            <a:chOff x="0" y="0"/>
            <a:chExt cx="1335110" cy="3421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5110" cy="342121"/>
            </a:xfrm>
            <a:custGeom>
              <a:avLst/>
              <a:gdLst/>
              <a:ahLst/>
              <a:cxnLst/>
              <a:rect r="r" b="b" t="t" l="l"/>
              <a:pathLst>
                <a:path h="342121" w="1335110">
                  <a:moveTo>
                    <a:pt x="96215" y="0"/>
                  </a:moveTo>
                  <a:lnTo>
                    <a:pt x="1238895" y="0"/>
                  </a:lnTo>
                  <a:cubicBezTo>
                    <a:pt x="1264413" y="0"/>
                    <a:pt x="1288885" y="10137"/>
                    <a:pt x="1306929" y="28181"/>
                  </a:cubicBezTo>
                  <a:cubicBezTo>
                    <a:pt x="1324973" y="46225"/>
                    <a:pt x="1335110" y="70698"/>
                    <a:pt x="1335110" y="96215"/>
                  </a:cubicBezTo>
                  <a:lnTo>
                    <a:pt x="1335110" y="245905"/>
                  </a:lnTo>
                  <a:cubicBezTo>
                    <a:pt x="1335110" y="271423"/>
                    <a:pt x="1324973" y="295896"/>
                    <a:pt x="1306929" y="313940"/>
                  </a:cubicBezTo>
                  <a:cubicBezTo>
                    <a:pt x="1288885" y="331984"/>
                    <a:pt x="1264413" y="342121"/>
                    <a:pt x="1238895" y="342121"/>
                  </a:cubicBezTo>
                  <a:lnTo>
                    <a:pt x="96215" y="342121"/>
                  </a:lnTo>
                  <a:cubicBezTo>
                    <a:pt x="70698" y="342121"/>
                    <a:pt x="46225" y="331984"/>
                    <a:pt x="28181" y="313940"/>
                  </a:cubicBezTo>
                  <a:cubicBezTo>
                    <a:pt x="10137" y="295896"/>
                    <a:pt x="0" y="271423"/>
                    <a:pt x="0" y="245905"/>
                  </a:cubicBezTo>
                  <a:lnTo>
                    <a:pt x="0" y="96215"/>
                  </a:lnTo>
                  <a:cubicBezTo>
                    <a:pt x="0" y="70698"/>
                    <a:pt x="10137" y="46225"/>
                    <a:pt x="28181" y="28181"/>
                  </a:cubicBezTo>
                  <a:cubicBezTo>
                    <a:pt x="46225" y="10137"/>
                    <a:pt x="70698" y="0"/>
                    <a:pt x="96215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5110" cy="380221"/>
            </a:xfrm>
            <a:prstGeom prst="rect">
              <a:avLst/>
            </a:prstGeom>
          </p:spPr>
          <p:txBody>
            <a:bodyPr anchor="ctr" rtlCol="false" tIns="62302" lIns="62302" bIns="62302" rIns="623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80102" y="7172267"/>
            <a:ext cx="3963323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47" b="true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teste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   print(resultado)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69490" y="8336178"/>
            <a:ext cx="9318243" cy="623888"/>
            <a:chOff x="0" y="0"/>
            <a:chExt cx="12424324" cy="83185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424324" cy="831850"/>
              <a:chOff x="0" y="0"/>
              <a:chExt cx="2454187" cy="16431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454187" cy="164316"/>
              </a:xfrm>
              <a:custGeom>
                <a:avLst/>
                <a:gdLst/>
                <a:ahLst/>
                <a:cxnLst/>
                <a:rect r="r" b="b" t="t" l="l"/>
                <a:pathLst>
                  <a:path h="164316" w="2454187">
                    <a:moveTo>
                      <a:pt x="42373" y="0"/>
                    </a:moveTo>
                    <a:lnTo>
                      <a:pt x="2411815" y="0"/>
                    </a:lnTo>
                    <a:cubicBezTo>
                      <a:pt x="2423053" y="0"/>
                      <a:pt x="2433830" y="4464"/>
                      <a:pt x="2441777" y="12411"/>
                    </a:cubicBezTo>
                    <a:cubicBezTo>
                      <a:pt x="2449723" y="20357"/>
                      <a:pt x="2454187" y="31135"/>
                      <a:pt x="2454187" y="42373"/>
                    </a:cubicBezTo>
                    <a:lnTo>
                      <a:pt x="2454187" y="121943"/>
                    </a:lnTo>
                    <a:cubicBezTo>
                      <a:pt x="2454187" y="133181"/>
                      <a:pt x="2449723" y="143959"/>
                      <a:pt x="2441777" y="151905"/>
                    </a:cubicBezTo>
                    <a:cubicBezTo>
                      <a:pt x="2433830" y="159852"/>
                      <a:pt x="2423053" y="164316"/>
                      <a:pt x="2411815" y="164316"/>
                    </a:cubicBezTo>
                    <a:lnTo>
                      <a:pt x="42373" y="164316"/>
                    </a:lnTo>
                    <a:cubicBezTo>
                      <a:pt x="31135" y="164316"/>
                      <a:pt x="20357" y="159852"/>
                      <a:pt x="12411" y="151905"/>
                    </a:cubicBezTo>
                    <a:cubicBezTo>
                      <a:pt x="4464" y="143959"/>
                      <a:pt x="0" y="133181"/>
                      <a:pt x="0" y="121943"/>
                    </a:cubicBezTo>
                    <a:lnTo>
                      <a:pt x="0" y="42373"/>
                    </a:lnTo>
                    <a:cubicBezTo>
                      <a:pt x="0" y="31135"/>
                      <a:pt x="4464" y="20357"/>
                      <a:pt x="12411" y="12411"/>
                    </a:cubicBezTo>
                    <a:cubicBezTo>
                      <a:pt x="20357" y="4464"/>
                      <a:pt x="31135" y="0"/>
                      <a:pt x="42373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454187" cy="20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93103" y="168275"/>
              <a:ext cx="11938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(serve também para outras funções como while e for)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IF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42063" y="2304194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if com mais de uma condição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13736" y="3147713"/>
            <a:ext cx="7660528" cy="2886484"/>
            <a:chOff x="0" y="0"/>
            <a:chExt cx="10214037" cy="384864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496579"/>
              <a:ext cx="10214037" cy="3352066"/>
              <a:chOff x="0" y="0"/>
              <a:chExt cx="2278150" cy="74764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78150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696107"/>
                    </a:lnTo>
                    <a:cubicBezTo>
                      <a:pt x="2278150" y="709776"/>
                      <a:pt x="2272720" y="722886"/>
                      <a:pt x="2263054" y="732552"/>
                    </a:cubicBezTo>
                    <a:cubicBezTo>
                      <a:pt x="2253388" y="742218"/>
                      <a:pt x="2240278" y="747648"/>
                      <a:pt x="2226608" y="747648"/>
                    </a:cubicBezTo>
                    <a:lnTo>
                      <a:pt x="51542" y="747648"/>
                    </a:lnTo>
                    <a:cubicBezTo>
                      <a:pt x="23076" y="747648"/>
                      <a:pt x="0" y="724572"/>
                      <a:pt x="0" y="696107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278150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35996" y="995380"/>
              <a:ext cx="9878041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IdadeJoao = 16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IdadeMaria = 19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IdadeJoao &gt;= 18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and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Maria &gt;= 18: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print(“Ambos são maior de idade”)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Condição 1 e Condição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065944" y="6415197"/>
            <a:ext cx="8156111" cy="2886484"/>
            <a:chOff x="0" y="0"/>
            <a:chExt cx="10874815" cy="384864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496579"/>
              <a:ext cx="10874815" cy="3352066"/>
              <a:chOff x="0" y="0"/>
              <a:chExt cx="2425530" cy="74764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425530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2425530">
                    <a:moveTo>
                      <a:pt x="48410" y="0"/>
                    </a:moveTo>
                    <a:lnTo>
                      <a:pt x="2377120" y="0"/>
                    </a:lnTo>
                    <a:cubicBezTo>
                      <a:pt x="2403856" y="0"/>
                      <a:pt x="2425530" y="21674"/>
                      <a:pt x="2425530" y="48410"/>
                    </a:cubicBezTo>
                    <a:lnTo>
                      <a:pt x="2425530" y="699238"/>
                    </a:lnTo>
                    <a:cubicBezTo>
                      <a:pt x="2425530" y="725975"/>
                      <a:pt x="2403856" y="747648"/>
                      <a:pt x="2377120" y="747648"/>
                    </a:cubicBezTo>
                    <a:lnTo>
                      <a:pt x="48410" y="747648"/>
                    </a:lnTo>
                    <a:cubicBezTo>
                      <a:pt x="21674" y="747648"/>
                      <a:pt x="0" y="725975"/>
                      <a:pt x="0" y="699238"/>
                    </a:cubicBezTo>
                    <a:lnTo>
                      <a:pt x="0" y="48410"/>
                    </a:lnTo>
                    <a:cubicBezTo>
                      <a:pt x="0" y="21674"/>
                      <a:pt x="21674" y="0"/>
                      <a:pt x="4841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2425530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7924886" cy="873742"/>
              <a:chOff x="0" y="0"/>
              <a:chExt cx="1767575" cy="19488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767575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767575">
                    <a:moveTo>
                      <a:pt x="66430" y="0"/>
                    </a:moveTo>
                    <a:lnTo>
                      <a:pt x="1701145" y="0"/>
                    </a:lnTo>
                    <a:cubicBezTo>
                      <a:pt x="1737833" y="0"/>
                      <a:pt x="1767575" y="29742"/>
                      <a:pt x="1767575" y="66430"/>
                    </a:cubicBezTo>
                    <a:lnTo>
                      <a:pt x="1767575" y="128450"/>
                    </a:lnTo>
                    <a:cubicBezTo>
                      <a:pt x="1767575" y="165139"/>
                      <a:pt x="1737833" y="194880"/>
                      <a:pt x="1701145" y="194880"/>
                    </a:cubicBezTo>
                    <a:lnTo>
                      <a:pt x="66430" y="194880"/>
                    </a:lnTo>
                    <a:cubicBezTo>
                      <a:pt x="29742" y="194880"/>
                      <a:pt x="0" y="165139"/>
                      <a:pt x="0" y="128450"/>
                    </a:cubicBezTo>
                    <a:lnTo>
                      <a:pt x="0" y="66430"/>
                    </a:lnTo>
                    <a:cubicBezTo>
                      <a:pt x="0" y="29742"/>
                      <a:pt x="29742" y="0"/>
                      <a:pt x="6643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767575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57733" y="995380"/>
              <a:ext cx="10517082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IdadeJoao = 16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IdadeMaria = 19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IdadeJoao &gt;= 18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or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Idade Maria &gt;= 18: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print(“Pelo menos um é maior de idade”)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357733" y="179552"/>
              <a:ext cx="687154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Condição 1 ou Condição 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484878" y="9441435"/>
            <a:ext cx="9318243" cy="623888"/>
            <a:chOff x="0" y="0"/>
            <a:chExt cx="12424324" cy="83185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2424324" cy="831850"/>
              <a:chOff x="0" y="0"/>
              <a:chExt cx="2454187" cy="16431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454187" cy="164316"/>
              </a:xfrm>
              <a:custGeom>
                <a:avLst/>
                <a:gdLst/>
                <a:ahLst/>
                <a:cxnLst/>
                <a:rect r="r" b="b" t="t" l="l"/>
                <a:pathLst>
                  <a:path h="164316" w="2454187">
                    <a:moveTo>
                      <a:pt x="42373" y="0"/>
                    </a:moveTo>
                    <a:lnTo>
                      <a:pt x="2411815" y="0"/>
                    </a:lnTo>
                    <a:cubicBezTo>
                      <a:pt x="2423053" y="0"/>
                      <a:pt x="2433830" y="4464"/>
                      <a:pt x="2441777" y="12411"/>
                    </a:cubicBezTo>
                    <a:cubicBezTo>
                      <a:pt x="2449723" y="20357"/>
                      <a:pt x="2454187" y="31135"/>
                      <a:pt x="2454187" y="42373"/>
                    </a:cubicBezTo>
                    <a:lnTo>
                      <a:pt x="2454187" y="121943"/>
                    </a:lnTo>
                    <a:cubicBezTo>
                      <a:pt x="2454187" y="133181"/>
                      <a:pt x="2449723" y="143959"/>
                      <a:pt x="2441777" y="151905"/>
                    </a:cubicBezTo>
                    <a:cubicBezTo>
                      <a:pt x="2433830" y="159852"/>
                      <a:pt x="2423053" y="164316"/>
                      <a:pt x="2411815" y="164316"/>
                    </a:cubicBezTo>
                    <a:lnTo>
                      <a:pt x="42373" y="164316"/>
                    </a:lnTo>
                    <a:cubicBezTo>
                      <a:pt x="31135" y="164316"/>
                      <a:pt x="20357" y="159852"/>
                      <a:pt x="12411" y="151905"/>
                    </a:cubicBezTo>
                    <a:cubicBezTo>
                      <a:pt x="4464" y="143959"/>
                      <a:pt x="0" y="133181"/>
                      <a:pt x="0" y="121943"/>
                    </a:cubicBezTo>
                    <a:lnTo>
                      <a:pt x="0" y="42373"/>
                    </a:lnTo>
                    <a:cubicBezTo>
                      <a:pt x="0" y="31135"/>
                      <a:pt x="4464" y="20357"/>
                      <a:pt x="12411" y="12411"/>
                    </a:cubicBezTo>
                    <a:cubicBezTo>
                      <a:pt x="20357" y="4464"/>
                      <a:pt x="31135" y="0"/>
                      <a:pt x="42373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454187" cy="2024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93103" y="168275"/>
              <a:ext cx="1193800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(serve também para outras funções como while e for)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3736" y="3147713"/>
            <a:ext cx="7660528" cy="2886484"/>
            <a:chOff x="0" y="0"/>
            <a:chExt cx="10214037" cy="384864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0214037" cy="3352066"/>
              <a:chOff x="0" y="0"/>
              <a:chExt cx="2278150" cy="74764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8150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696107"/>
                    </a:lnTo>
                    <a:cubicBezTo>
                      <a:pt x="2278150" y="709776"/>
                      <a:pt x="2272720" y="722886"/>
                      <a:pt x="2263054" y="732552"/>
                    </a:cubicBezTo>
                    <a:cubicBezTo>
                      <a:pt x="2253388" y="742218"/>
                      <a:pt x="2240278" y="747648"/>
                      <a:pt x="2226608" y="747648"/>
                    </a:cubicBezTo>
                    <a:lnTo>
                      <a:pt x="51542" y="747648"/>
                    </a:lnTo>
                    <a:cubicBezTo>
                      <a:pt x="23076" y="747648"/>
                      <a:pt x="0" y="724572"/>
                      <a:pt x="0" y="696107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8150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Resumo: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65944" y="6787631"/>
            <a:ext cx="8156111" cy="1681696"/>
            <a:chOff x="0" y="0"/>
            <a:chExt cx="2425530" cy="5001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25530" cy="500116"/>
            </a:xfrm>
            <a:custGeom>
              <a:avLst/>
              <a:gdLst/>
              <a:ahLst/>
              <a:cxnLst/>
              <a:rect r="r" b="b" t="t" l="l"/>
              <a:pathLst>
                <a:path h="500116" w="2425530">
                  <a:moveTo>
                    <a:pt x="48410" y="0"/>
                  </a:moveTo>
                  <a:lnTo>
                    <a:pt x="2377120" y="0"/>
                  </a:lnTo>
                  <a:cubicBezTo>
                    <a:pt x="2403856" y="0"/>
                    <a:pt x="2425530" y="21674"/>
                    <a:pt x="2425530" y="48410"/>
                  </a:cubicBezTo>
                  <a:lnTo>
                    <a:pt x="2425530" y="451706"/>
                  </a:lnTo>
                  <a:cubicBezTo>
                    <a:pt x="2425530" y="464545"/>
                    <a:pt x="2420430" y="476859"/>
                    <a:pt x="2411351" y="485937"/>
                  </a:cubicBezTo>
                  <a:cubicBezTo>
                    <a:pt x="2402273" y="495016"/>
                    <a:pt x="2389959" y="500116"/>
                    <a:pt x="2377120" y="500116"/>
                  </a:cubicBezTo>
                  <a:lnTo>
                    <a:pt x="48410" y="500116"/>
                  </a:lnTo>
                  <a:cubicBezTo>
                    <a:pt x="21674" y="500116"/>
                    <a:pt x="0" y="478443"/>
                    <a:pt x="0" y="451706"/>
                  </a:cubicBezTo>
                  <a:lnTo>
                    <a:pt x="0" y="48410"/>
                  </a:lnTo>
                  <a:cubicBezTo>
                    <a:pt x="0" y="21674"/>
                    <a:pt x="21674" y="0"/>
                    <a:pt x="484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25530" cy="538216"/>
            </a:xfrm>
            <a:prstGeom prst="rect">
              <a:avLst/>
            </a:prstGeom>
          </p:spPr>
          <p:txBody>
            <a:bodyPr anchor="ctr" rtlCol="false" tIns="68158" lIns="68158" bIns="68158" rIns="681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313736" y="4105385"/>
            <a:ext cx="7660528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For é uma estrutura de repetição bastante utilizada para tarefas repetitivas onde o código deve se repetir, como somar vários números em sequência.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34987" y="7033167"/>
            <a:ext cx="807517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inicio: onde começa a contagem (padrão é 0)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fim: até onde vai (mas não inclui esse número)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passo: de quanto em quanto conta (padrão é 1)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3736" y="3071403"/>
            <a:ext cx="7660528" cy="2072097"/>
            <a:chOff x="0" y="0"/>
            <a:chExt cx="10214037" cy="2762796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0214037" cy="2164470"/>
              <a:chOff x="0" y="0"/>
              <a:chExt cx="2278150" cy="4827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8150" cy="482766"/>
              </a:xfrm>
              <a:custGeom>
                <a:avLst/>
                <a:gdLst/>
                <a:ahLst/>
                <a:cxnLst/>
                <a:rect r="r" b="b" t="t" l="l"/>
                <a:pathLst>
                  <a:path h="482766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431224"/>
                    </a:lnTo>
                    <a:cubicBezTo>
                      <a:pt x="2278150" y="459690"/>
                      <a:pt x="2255074" y="482766"/>
                      <a:pt x="2226608" y="482766"/>
                    </a:cubicBezTo>
                    <a:lnTo>
                      <a:pt x="51542" y="482766"/>
                    </a:lnTo>
                    <a:cubicBezTo>
                      <a:pt x="37872" y="482766"/>
                      <a:pt x="24762" y="477335"/>
                      <a:pt x="15096" y="467670"/>
                    </a:cubicBezTo>
                    <a:cubicBezTo>
                      <a:pt x="5430" y="458004"/>
                      <a:pt x="0" y="444894"/>
                      <a:pt x="0" y="431224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8150" cy="520866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7443353" cy="873742"/>
              <a:chOff x="0" y="0"/>
              <a:chExt cx="1660173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6017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660173">
                    <a:moveTo>
                      <a:pt x="70728" y="0"/>
                    </a:moveTo>
                    <a:lnTo>
                      <a:pt x="1589446" y="0"/>
                    </a:lnTo>
                    <a:cubicBezTo>
                      <a:pt x="1608204" y="0"/>
                      <a:pt x="1626194" y="7452"/>
                      <a:pt x="1639458" y="20716"/>
                    </a:cubicBezTo>
                    <a:cubicBezTo>
                      <a:pt x="1652722" y="33980"/>
                      <a:pt x="1660173" y="51969"/>
                      <a:pt x="1660173" y="70728"/>
                    </a:cubicBezTo>
                    <a:lnTo>
                      <a:pt x="1660173" y="124153"/>
                    </a:lnTo>
                    <a:cubicBezTo>
                      <a:pt x="1660173" y="142911"/>
                      <a:pt x="1652722" y="160901"/>
                      <a:pt x="1639458" y="174165"/>
                    </a:cubicBezTo>
                    <a:cubicBezTo>
                      <a:pt x="1626194" y="187429"/>
                      <a:pt x="1608204" y="194880"/>
                      <a:pt x="1589446" y="194880"/>
                    </a:cubicBezTo>
                    <a:lnTo>
                      <a:pt x="70728" y="194880"/>
                    </a:lnTo>
                    <a:cubicBezTo>
                      <a:pt x="51969" y="194880"/>
                      <a:pt x="33980" y="187429"/>
                      <a:pt x="20716" y="174165"/>
                    </a:cubicBezTo>
                    <a:cubicBezTo>
                      <a:pt x="7452" y="160901"/>
                      <a:pt x="0" y="142911"/>
                      <a:pt x="0" y="124153"/>
                    </a:cubicBezTo>
                    <a:lnTo>
                      <a:pt x="0" y="70728"/>
                    </a:lnTo>
                    <a:cubicBezTo>
                      <a:pt x="0" y="51969"/>
                      <a:pt x="7452" y="33980"/>
                      <a:pt x="20716" y="20716"/>
                    </a:cubicBezTo>
                    <a:cubicBezTo>
                      <a:pt x="33980" y="7452"/>
                      <a:pt x="51969" y="0"/>
                      <a:pt x="70728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66017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35996" y="179552"/>
              <a:ext cx="6454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Estrutura Básica: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276896"/>
              <a:ext cx="10214037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or variavel in range(inicio, fim, passo):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# código a ser repetido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36139" y="6129861"/>
            <a:ext cx="7015721" cy="1564929"/>
            <a:chOff x="0" y="0"/>
            <a:chExt cx="9354295" cy="2086573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29461" y="496579"/>
              <a:ext cx="7731116" cy="1589993"/>
              <a:chOff x="0" y="0"/>
              <a:chExt cx="1724356" cy="35463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724356" cy="354634"/>
              </a:xfrm>
              <a:custGeom>
                <a:avLst/>
                <a:gdLst/>
                <a:ahLst/>
                <a:cxnLst/>
                <a:rect r="r" b="b" t="t" l="l"/>
                <a:pathLst>
                  <a:path h="354634" w="1724356">
                    <a:moveTo>
                      <a:pt x="68095" y="0"/>
                    </a:moveTo>
                    <a:lnTo>
                      <a:pt x="1656261" y="0"/>
                    </a:lnTo>
                    <a:cubicBezTo>
                      <a:pt x="1674321" y="0"/>
                      <a:pt x="1691642" y="7174"/>
                      <a:pt x="1704412" y="19945"/>
                    </a:cubicBezTo>
                    <a:cubicBezTo>
                      <a:pt x="1717182" y="32715"/>
                      <a:pt x="1724356" y="50035"/>
                      <a:pt x="1724356" y="68095"/>
                    </a:cubicBezTo>
                    <a:lnTo>
                      <a:pt x="1724356" y="286539"/>
                    </a:lnTo>
                    <a:cubicBezTo>
                      <a:pt x="1724356" y="304599"/>
                      <a:pt x="1717182" y="321919"/>
                      <a:pt x="1704412" y="334689"/>
                    </a:cubicBezTo>
                    <a:cubicBezTo>
                      <a:pt x="1691642" y="347460"/>
                      <a:pt x="1674321" y="354634"/>
                      <a:pt x="1656261" y="354634"/>
                    </a:cubicBezTo>
                    <a:lnTo>
                      <a:pt x="68095" y="354634"/>
                    </a:lnTo>
                    <a:cubicBezTo>
                      <a:pt x="50035" y="354634"/>
                      <a:pt x="32715" y="347460"/>
                      <a:pt x="19945" y="334689"/>
                    </a:cubicBezTo>
                    <a:cubicBezTo>
                      <a:pt x="7174" y="321919"/>
                      <a:pt x="0" y="304599"/>
                      <a:pt x="0" y="286539"/>
                    </a:cubicBezTo>
                    <a:lnTo>
                      <a:pt x="0" y="68095"/>
                    </a:lnTo>
                    <a:cubicBezTo>
                      <a:pt x="0" y="50035"/>
                      <a:pt x="7174" y="32715"/>
                      <a:pt x="19945" y="19945"/>
                    </a:cubicBezTo>
                    <a:cubicBezTo>
                      <a:pt x="32715" y="7174"/>
                      <a:pt x="50035" y="0"/>
                      <a:pt x="68095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724356" cy="392734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9354295" cy="873742"/>
              <a:chOff x="0" y="0"/>
              <a:chExt cx="2086392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8639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086392">
                    <a:moveTo>
                      <a:pt x="56279" y="0"/>
                    </a:moveTo>
                    <a:lnTo>
                      <a:pt x="2030113" y="0"/>
                    </a:lnTo>
                    <a:cubicBezTo>
                      <a:pt x="2061195" y="0"/>
                      <a:pt x="2086392" y="25197"/>
                      <a:pt x="2086392" y="56279"/>
                    </a:cubicBezTo>
                    <a:lnTo>
                      <a:pt x="2086392" y="138601"/>
                    </a:lnTo>
                    <a:cubicBezTo>
                      <a:pt x="2086392" y="153527"/>
                      <a:pt x="2080463" y="167842"/>
                      <a:pt x="2069908" y="178397"/>
                    </a:cubicBezTo>
                    <a:cubicBezTo>
                      <a:pt x="2059354" y="188951"/>
                      <a:pt x="2045039" y="194880"/>
                      <a:pt x="2030113" y="194880"/>
                    </a:cubicBezTo>
                    <a:lnTo>
                      <a:pt x="56279" y="194880"/>
                    </a:lnTo>
                    <a:cubicBezTo>
                      <a:pt x="25197" y="194880"/>
                      <a:pt x="0" y="169683"/>
                      <a:pt x="0" y="138601"/>
                    </a:cubicBezTo>
                    <a:lnTo>
                      <a:pt x="0" y="56279"/>
                    </a:lnTo>
                    <a:cubicBezTo>
                      <a:pt x="0" y="25197"/>
                      <a:pt x="25197" y="0"/>
                      <a:pt x="5627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8639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59849" y="873742"/>
              <a:ext cx="7022505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 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 in range(5):</a:t>
              </a:r>
            </a:p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print("Repetição número:", i)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3500" y="139480"/>
              <a:ext cx="9066371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com repetições controladas: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FOR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253665" y="3153115"/>
            <a:ext cx="7780669" cy="1769732"/>
            <a:chOff x="0" y="0"/>
            <a:chExt cx="10374226" cy="235964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0214037" cy="1670088"/>
              <a:chOff x="0" y="0"/>
              <a:chExt cx="2278150" cy="37249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8150" cy="372498"/>
              </a:xfrm>
              <a:custGeom>
                <a:avLst/>
                <a:gdLst/>
                <a:ahLst/>
                <a:cxnLst/>
                <a:rect r="r" b="b" t="t" l="l"/>
                <a:pathLst>
                  <a:path h="37249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320956"/>
                    </a:lnTo>
                    <a:cubicBezTo>
                      <a:pt x="2278150" y="349422"/>
                      <a:pt x="2255074" y="372498"/>
                      <a:pt x="2226608" y="372498"/>
                    </a:cubicBezTo>
                    <a:lnTo>
                      <a:pt x="51542" y="372498"/>
                    </a:lnTo>
                    <a:cubicBezTo>
                      <a:pt x="37872" y="372498"/>
                      <a:pt x="24762" y="367068"/>
                      <a:pt x="15096" y="357402"/>
                    </a:cubicBezTo>
                    <a:cubicBezTo>
                      <a:pt x="5430" y="347736"/>
                      <a:pt x="0" y="334626"/>
                      <a:pt x="0" y="320956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8150" cy="41059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502013" cy="873742"/>
              <a:chOff x="0" y="0"/>
              <a:chExt cx="2119339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19339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119339">
                    <a:moveTo>
                      <a:pt x="55404" y="0"/>
                    </a:moveTo>
                    <a:lnTo>
                      <a:pt x="2063935" y="0"/>
                    </a:lnTo>
                    <a:cubicBezTo>
                      <a:pt x="2094534" y="0"/>
                      <a:pt x="2119339" y="24805"/>
                      <a:pt x="2119339" y="55404"/>
                    </a:cubicBezTo>
                    <a:lnTo>
                      <a:pt x="2119339" y="139476"/>
                    </a:lnTo>
                    <a:cubicBezTo>
                      <a:pt x="2119339" y="170075"/>
                      <a:pt x="2094534" y="194880"/>
                      <a:pt x="2063935" y="194880"/>
                    </a:cubicBezTo>
                    <a:lnTo>
                      <a:pt x="55404" y="194880"/>
                    </a:lnTo>
                    <a:cubicBezTo>
                      <a:pt x="24805" y="194880"/>
                      <a:pt x="0" y="170075"/>
                      <a:pt x="0" y="139476"/>
                    </a:cubicBezTo>
                    <a:lnTo>
                      <a:pt x="0" y="55404"/>
                    </a:lnTo>
                    <a:cubicBezTo>
                      <a:pt x="0" y="24805"/>
                      <a:pt x="24805" y="0"/>
                      <a:pt x="5540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19339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184696"/>
              <a:ext cx="950201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especificando início, meio e fim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0188" y="873742"/>
              <a:ext cx="10214037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or i in range(2, 10, 2):</a:t>
              </a:r>
            </a:p>
            <a:p>
              <a:pPr algn="just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print(i)</a:t>
              </a:r>
            </a:p>
            <a:p>
              <a:pPr algn="just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17397" y="6034197"/>
            <a:ext cx="8253207" cy="2150732"/>
            <a:chOff x="0" y="0"/>
            <a:chExt cx="11004275" cy="286764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29461" y="496579"/>
              <a:ext cx="10874815" cy="2070559"/>
              <a:chOff x="0" y="0"/>
              <a:chExt cx="2425530" cy="4618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25530" cy="461820"/>
              </a:xfrm>
              <a:custGeom>
                <a:avLst/>
                <a:gdLst/>
                <a:ahLst/>
                <a:cxnLst/>
                <a:rect r="r" b="b" t="t" l="l"/>
                <a:pathLst>
                  <a:path h="461820" w="2425530">
                    <a:moveTo>
                      <a:pt x="48410" y="0"/>
                    </a:moveTo>
                    <a:lnTo>
                      <a:pt x="2377120" y="0"/>
                    </a:lnTo>
                    <a:cubicBezTo>
                      <a:pt x="2403856" y="0"/>
                      <a:pt x="2425530" y="21674"/>
                      <a:pt x="2425530" y="48410"/>
                    </a:cubicBezTo>
                    <a:lnTo>
                      <a:pt x="2425530" y="413410"/>
                    </a:lnTo>
                    <a:cubicBezTo>
                      <a:pt x="2425530" y="426249"/>
                      <a:pt x="2420430" y="438562"/>
                      <a:pt x="2411351" y="447641"/>
                    </a:cubicBezTo>
                    <a:cubicBezTo>
                      <a:pt x="2402273" y="456719"/>
                      <a:pt x="2389959" y="461820"/>
                      <a:pt x="2377120" y="461820"/>
                    </a:cubicBezTo>
                    <a:lnTo>
                      <a:pt x="48410" y="461820"/>
                    </a:lnTo>
                    <a:cubicBezTo>
                      <a:pt x="21674" y="461820"/>
                      <a:pt x="0" y="440146"/>
                      <a:pt x="0" y="413410"/>
                    </a:cubicBezTo>
                    <a:lnTo>
                      <a:pt x="0" y="48410"/>
                    </a:lnTo>
                    <a:cubicBezTo>
                      <a:pt x="0" y="21674"/>
                      <a:pt x="21674" y="0"/>
                      <a:pt x="4841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425530" cy="499920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9354295" cy="873742"/>
              <a:chOff x="0" y="0"/>
              <a:chExt cx="2086392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8639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086392">
                    <a:moveTo>
                      <a:pt x="56279" y="0"/>
                    </a:moveTo>
                    <a:lnTo>
                      <a:pt x="2030113" y="0"/>
                    </a:lnTo>
                    <a:cubicBezTo>
                      <a:pt x="2061195" y="0"/>
                      <a:pt x="2086392" y="25197"/>
                      <a:pt x="2086392" y="56279"/>
                    </a:cubicBezTo>
                    <a:lnTo>
                      <a:pt x="2086392" y="138601"/>
                    </a:lnTo>
                    <a:cubicBezTo>
                      <a:pt x="2086392" y="153527"/>
                      <a:pt x="2080463" y="167842"/>
                      <a:pt x="2069908" y="178397"/>
                    </a:cubicBezTo>
                    <a:cubicBezTo>
                      <a:pt x="2059354" y="188951"/>
                      <a:pt x="2045039" y="194880"/>
                      <a:pt x="2030113" y="194880"/>
                    </a:cubicBezTo>
                    <a:lnTo>
                      <a:pt x="56279" y="194880"/>
                    </a:lnTo>
                    <a:cubicBezTo>
                      <a:pt x="25197" y="194880"/>
                      <a:pt x="0" y="169683"/>
                      <a:pt x="0" y="138601"/>
                    </a:cubicBezTo>
                    <a:lnTo>
                      <a:pt x="0" y="56279"/>
                    </a:lnTo>
                    <a:cubicBezTo>
                      <a:pt x="0" y="25197"/>
                      <a:pt x="25197" y="0"/>
                      <a:pt x="5627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8639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68656" y="886442"/>
              <a:ext cx="9693206" cy="1981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frutas = ["maçã", "banana", "uva"]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 fruta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in frutas: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print(fruta)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59849" y="199188"/>
              <a:ext cx="6476048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Percorrendo lista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WHILE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3736" y="3520147"/>
            <a:ext cx="7660528" cy="2985537"/>
            <a:chOff x="0" y="0"/>
            <a:chExt cx="2278150" cy="887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8150" cy="887863"/>
            </a:xfrm>
            <a:custGeom>
              <a:avLst/>
              <a:gdLst/>
              <a:ahLst/>
              <a:cxnLst/>
              <a:rect r="r" b="b" t="t" l="l"/>
              <a:pathLst>
                <a:path h="887863" w="2278150">
                  <a:moveTo>
                    <a:pt x="51542" y="0"/>
                  </a:moveTo>
                  <a:lnTo>
                    <a:pt x="2226608" y="0"/>
                  </a:lnTo>
                  <a:cubicBezTo>
                    <a:pt x="2255074" y="0"/>
                    <a:pt x="2278150" y="23076"/>
                    <a:pt x="2278150" y="51542"/>
                  </a:cubicBezTo>
                  <a:lnTo>
                    <a:pt x="2278150" y="836321"/>
                  </a:lnTo>
                  <a:cubicBezTo>
                    <a:pt x="2278150" y="864787"/>
                    <a:pt x="2255074" y="887863"/>
                    <a:pt x="2226608" y="887863"/>
                  </a:cubicBezTo>
                  <a:lnTo>
                    <a:pt x="51542" y="887863"/>
                  </a:lnTo>
                  <a:cubicBezTo>
                    <a:pt x="37872" y="887863"/>
                    <a:pt x="24762" y="882433"/>
                    <a:pt x="15096" y="872767"/>
                  </a:cubicBezTo>
                  <a:cubicBezTo>
                    <a:pt x="5430" y="863101"/>
                    <a:pt x="0" y="849991"/>
                    <a:pt x="0" y="836321"/>
                  </a:cubicBezTo>
                  <a:lnTo>
                    <a:pt x="0" y="51542"/>
                  </a:lnTo>
                  <a:cubicBezTo>
                    <a:pt x="0" y="23076"/>
                    <a:pt x="23076" y="0"/>
                    <a:pt x="51542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78150" cy="925963"/>
            </a:xfrm>
            <a:prstGeom prst="rect">
              <a:avLst/>
            </a:prstGeom>
          </p:spPr>
          <p:txBody>
            <a:bodyPr anchor="ctr" rtlCol="false" tIns="68158" lIns="68158" bIns="68158" rIns="681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13736" y="3147713"/>
            <a:ext cx="7126510" cy="655307"/>
            <a:chOff x="0" y="0"/>
            <a:chExt cx="2119339" cy="19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9339" cy="194880"/>
            </a:xfrm>
            <a:custGeom>
              <a:avLst/>
              <a:gdLst/>
              <a:ahLst/>
              <a:cxnLst/>
              <a:rect r="r" b="b" t="t" l="l"/>
              <a:pathLst>
                <a:path h="194880" w="2119339">
                  <a:moveTo>
                    <a:pt x="55404" y="0"/>
                  </a:moveTo>
                  <a:lnTo>
                    <a:pt x="2063935" y="0"/>
                  </a:lnTo>
                  <a:cubicBezTo>
                    <a:pt x="2094534" y="0"/>
                    <a:pt x="2119339" y="24805"/>
                    <a:pt x="2119339" y="55404"/>
                  </a:cubicBezTo>
                  <a:lnTo>
                    <a:pt x="2119339" y="139476"/>
                  </a:lnTo>
                  <a:cubicBezTo>
                    <a:pt x="2119339" y="170075"/>
                    <a:pt x="2094534" y="194880"/>
                    <a:pt x="2063935" y="194880"/>
                  </a:cubicBezTo>
                  <a:lnTo>
                    <a:pt x="55404" y="194880"/>
                  </a:lnTo>
                  <a:cubicBezTo>
                    <a:pt x="24805" y="194880"/>
                    <a:pt x="0" y="170075"/>
                    <a:pt x="0" y="139476"/>
                  </a:cubicBezTo>
                  <a:lnTo>
                    <a:pt x="0" y="55404"/>
                  </a:lnTo>
                  <a:cubicBezTo>
                    <a:pt x="0" y="24805"/>
                    <a:pt x="24805" y="0"/>
                    <a:pt x="55404" y="0"/>
                  </a:cubicBezTo>
                  <a:close/>
                </a:path>
              </a:pathLst>
            </a:custGeom>
            <a:solidFill>
              <a:srgbClr val="F2EF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19339" cy="232980"/>
            </a:xfrm>
            <a:prstGeom prst="rect">
              <a:avLst/>
            </a:prstGeom>
          </p:spPr>
          <p:txBody>
            <a:bodyPr anchor="ctr" rtlCol="false" tIns="44990" lIns="44990" bIns="44990" rIns="4499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580745" y="3286235"/>
            <a:ext cx="712651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-147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Resumo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065944" y="7030077"/>
            <a:ext cx="8156111" cy="1940222"/>
            <a:chOff x="0" y="0"/>
            <a:chExt cx="2425530" cy="5769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25530" cy="576999"/>
            </a:xfrm>
            <a:custGeom>
              <a:avLst/>
              <a:gdLst/>
              <a:ahLst/>
              <a:cxnLst/>
              <a:rect r="r" b="b" t="t" l="l"/>
              <a:pathLst>
                <a:path h="576999" w="2425530">
                  <a:moveTo>
                    <a:pt x="48410" y="0"/>
                  </a:moveTo>
                  <a:lnTo>
                    <a:pt x="2377120" y="0"/>
                  </a:lnTo>
                  <a:cubicBezTo>
                    <a:pt x="2403856" y="0"/>
                    <a:pt x="2425530" y="21674"/>
                    <a:pt x="2425530" y="48410"/>
                  </a:cubicBezTo>
                  <a:lnTo>
                    <a:pt x="2425530" y="528589"/>
                  </a:lnTo>
                  <a:cubicBezTo>
                    <a:pt x="2425530" y="555325"/>
                    <a:pt x="2403856" y="576999"/>
                    <a:pt x="2377120" y="576999"/>
                  </a:cubicBezTo>
                  <a:lnTo>
                    <a:pt x="48410" y="576999"/>
                  </a:lnTo>
                  <a:cubicBezTo>
                    <a:pt x="21674" y="576999"/>
                    <a:pt x="0" y="555325"/>
                    <a:pt x="0" y="528589"/>
                  </a:cubicBezTo>
                  <a:lnTo>
                    <a:pt x="0" y="48410"/>
                  </a:lnTo>
                  <a:cubicBezTo>
                    <a:pt x="0" y="21674"/>
                    <a:pt x="21674" y="0"/>
                    <a:pt x="48410" y="0"/>
                  </a:cubicBezTo>
                  <a:close/>
                </a:path>
              </a:pathLst>
            </a:custGeom>
            <a:solidFill>
              <a:srgbClr val="3838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25530" cy="615099"/>
            </a:xfrm>
            <a:prstGeom prst="rect">
              <a:avLst/>
            </a:prstGeom>
          </p:spPr>
          <p:txBody>
            <a:bodyPr anchor="ctr" rtlCol="false" tIns="68158" lIns="68158" bIns="68158" rIns="6815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313736" y="3943350"/>
            <a:ext cx="7660528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spc="-13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While é semelhante o f</a:t>
            </a:r>
            <a:r>
              <a:rPr lang="en-US" b="true" sz="2300" spc="-135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or, porém, a diferença é que o For é usado quando você sabe quantas vezes quer repetir algo como repetir um número fixo de vezes ou percorrer uma sequência, enquanto o while é realizado quando não se sabe quantas vezes irá repetir, assim, repete enquanto uma condição for verdadeira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65944" y="7200458"/>
            <a:ext cx="8156111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 loop continua enquanto a condição for verdadeira.</a:t>
            </a:r>
          </a:p>
          <a:p>
            <a:pPr algn="ctr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 a condição nunca</a:t>
            </a:r>
            <a:r>
              <a:rPr lang="en-US" b="true" sz="2499" spc="-14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se tornar falsa, ele repete para sempre (loop infinito ⚠️).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WHILE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19487" y="3072625"/>
            <a:ext cx="4649026" cy="1769732"/>
            <a:chOff x="0" y="0"/>
            <a:chExt cx="6198701" cy="235964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6069161" cy="1610017"/>
              <a:chOff x="0" y="0"/>
              <a:chExt cx="1353672" cy="359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53672" cy="359100"/>
              </a:xfrm>
              <a:custGeom>
                <a:avLst/>
                <a:gdLst/>
                <a:ahLst/>
                <a:cxnLst/>
                <a:rect r="r" b="b" t="t" l="l"/>
                <a:pathLst>
                  <a:path h="359100" w="1353672">
                    <a:moveTo>
                      <a:pt x="86742" y="0"/>
                    </a:moveTo>
                    <a:lnTo>
                      <a:pt x="1266930" y="0"/>
                    </a:lnTo>
                    <a:cubicBezTo>
                      <a:pt x="1289936" y="0"/>
                      <a:pt x="1311999" y="9139"/>
                      <a:pt x="1328266" y="25406"/>
                    </a:cubicBezTo>
                    <a:cubicBezTo>
                      <a:pt x="1344533" y="41673"/>
                      <a:pt x="1353672" y="63737"/>
                      <a:pt x="1353672" y="86742"/>
                    </a:cubicBezTo>
                    <a:lnTo>
                      <a:pt x="1353672" y="272358"/>
                    </a:lnTo>
                    <a:cubicBezTo>
                      <a:pt x="1353672" y="295363"/>
                      <a:pt x="1344533" y="317427"/>
                      <a:pt x="1328266" y="333694"/>
                    </a:cubicBezTo>
                    <a:cubicBezTo>
                      <a:pt x="1311999" y="349961"/>
                      <a:pt x="1289936" y="359100"/>
                      <a:pt x="1266930" y="359100"/>
                    </a:cubicBezTo>
                    <a:lnTo>
                      <a:pt x="86742" y="359100"/>
                    </a:lnTo>
                    <a:cubicBezTo>
                      <a:pt x="63737" y="359100"/>
                      <a:pt x="41673" y="349961"/>
                      <a:pt x="25406" y="333694"/>
                    </a:cubicBezTo>
                    <a:cubicBezTo>
                      <a:pt x="9139" y="317427"/>
                      <a:pt x="0" y="295363"/>
                      <a:pt x="0" y="272358"/>
                    </a:cubicBezTo>
                    <a:lnTo>
                      <a:pt x="0" y="86742"/>
                    </a:lnTo>
                    <a:cubicBezTo>
                      <a:pt x="0" y="63737"/>
                      <a:pt x="9139" y="41673"/>
                      <a:pt x="25406" y="25406"/>
                    </a:cubicBezTo>
                    <a:cubicBezTo>
                      <a:pt x="41673" y="9139"/>
                      <a:pt x="63737" y="0"/>
                      <a:pt x="867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353672" cy="397200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4880547" cy="873742"/>
              <a:chOff x="0" y="0"/>
              <a:chExt cx="1088562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08856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088562">
                    <a:moveTo>
                      <a:pt x="97440" y="0"/>
                    </a:moveTo>
                    <a:lnTo>
                      <a:pt x="991122" y="0"/>
                    </a:lnTo>
                    <a:cubicBezTo>
                      <a:pt x="1016965" y="0"/>
                      <a:pt x="1041749" y="10266"/>
                      <a:pt x="1060023" y="28540"/>
                    </a:cubicBezTo>
                    <a:cubicBezTo>
                      <a:pt x="1078296" y="46813"/>
                      <a:pt x="1088562" y="71597"/>
                      <a:pt x="1088562" y="97440"/>
                    </a:cubicBezTo>
                    <a:lnTo>
                      <a:pt x="1088562" y="97440"/>
                    </a:lnTo>
                    <a:cubicBezTo>
                      <a:pt x="1088562" y="123283"/>
                      <a:pt x="1078296" y="148067"/>
                      <a:pt x="1060023" y="166341"/>
                    </a:cubicBezTo>
                    <a:cubicBezTo>
                      <a:pt x="1041749" y="184614"/>
                      <a:pt x="1016965" y="194880"/>
                      <a:pt x="991122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08856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29540" y="184696"/>
              <a:ext cx="4686236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Estrutura Básica: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29540" y="873742"/>
              <a:ext cx="6069161" cy="1485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ile condição: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# código a ser repetido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99655" y="5559190"/>
            <a:ext cx="5288689" cy="2884157"/>
            <a:chOff x="0" y="0"/>
            <a:chExt cx="7051586" cy="384554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29461" y="496579"/>
              <a:ext cx="4973847" cy="3090435"/>
              <a:chOff x="0" y="0"/>
              <a:chExt cx="1109372" cy="68929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09372" cy="689294"/>
              </a:xfrm>
              <a:custGeom>
                <a:avLst/>
                <a:gdLst/>
                <a:ahLst/>
                <a:cxnLst/>
                <a:rect r="r" b="b" t="t" l="l"/>
                <a:pathLst>
                  <a:path h="689294" w="1109372">
                    <a:moveTo>
                      <a:pt x="105844" y="0"/>
                    </a:moveTo>
                    <a:lnTo>
                      <a:pt x="1003529" y="0"/>
                    </a:lnTo>
                    <a:cubicBezTo>
                      <a:pt x="1061984" y="0"/>
                      <a:pt x="1109372" y="47388"/>
                      <a:pt x="1109372" y="105844"/>
                    </a:cubicBezTo>
                    <a:lnTo>
                      <a:pt x="1109372" y="583450"/>
                    </a:lnTo>
                    <a:cubicBezTo>
                      <a:pt x="1109372" y="641906"/>
                      <a:pt x="1061984" y="689294"/>
                      <a:pt x="1003529" y="689294"/>
                    </a:cubicBezTo>
                    <a:lnTo>
                      <a:pt x="105844" y="689294"/>
                    </a:lnTo>
                    <a:cubicBezTo>
                      <a:pt x="47388" y="689294"/>
                      <a:pt x="0" y="641906"/>
                      <a:pt x="0" y="583450"/>
                    </a:cubicBezTo>
                    <a:lnTo>
                      <a:pt x="0" y="105844"/>
                    </a:lnTo>
                    <a:cubicBezTo>
                      <a:pt x="0" y="47388"/>
                      <a:pt x="47388" y="0"/>
                      <a:pt x="105844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109372" cy="727394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7051586" cy="873742"/>
              <a:chOff x="0" y="0"/>
              <a:chExt cx="1572793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72793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572793">
                    <a:moveTo>
                      <a:pt x="74657" y="0"/>
                    </a:moveTo>
                    <a:lnTo>
                      <a:pt x="1498136" y="0"/>
                    </a:lnTo>
                    <a:cubicBezTo>
                      <a:pt x="1539368" y="0"/>
                      <a:pt x="1572793" y="33425"/>
                      <a:pt x="1572793" y="74657"/>
                    </a:cubicBezTo>
                    <a:lnTo>
                      <a:pt x="1572793" y="120223"/>
                    </a:lnTo>
                    <a:cubicBezTo>
                      <a:pt x="1572793" y="161455"/>
                      <a:pt x="1539368" y="194880"/>
                      <a:pt x="1498136" y="194880"/>
                    </a:cubicBezTo>
                    <a:lnTo>
                      <a:pt x="74657" y="194880"/>
                    </a:lnTo>
                    <a:cubicBezTo>
                      <a:pt x="33425" y="194880"/>
                      <a:pt x="0" y="161455"/>
                      <a:pt x="0" y="120223"/>
                    </a:cubicBezTo>
                    <a:lnTo>
                      <a:pt x="0" y="74657"/>
                    </a:lnTo>
                    <a:cubicBezTo>
                      <a:pt x="0" y="33425"/>
                      <a:pt x="33425" y="0"/>
                      <a:pt x="74657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572793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30130" y="873742"/>
              <a:ext cx="4773178" cy="2971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contador = 0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contador &lt;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5: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print(contador)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contador += 1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0130" y="139480"/>
              <a:ext cx="6216967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Contagem simples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WHILE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3736" y="2381812"/>
            <a:ext cx="7660528" cy="3295950"/>
            <a:chOff x="0" y="0"/>
            <a:chExt cx="10214037" cy="4394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0214037" cy="3542566"/>
              <a:chOff x="0" y="0"/>
              <a:chExt cx="2278150" cy="790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78150" cy="790138"/>
              </a:xfrm>
              <a:custGeom>
                <a:avLst/>
                <a:gdLst/>
                <a:ahLst/>
                <a:cxnLst/>
                <a:rect r="r" b="b" t="t" l="l"/>
                <a:pathLst>
                  <a:path h="790138" w="2278150">
                    <a:moveTo>
                      <a:pt x="51542" y="0"/>
                    </a:moveTo>
                    <a:lnTo>
                      <a:pt x="2226608" y="0"/>
                    </a:lnTo>
                    <a:cubicBezTo>
                      <a:pt x="2255074" y="0"/>
                      <a:pt x="2278150" y="23076"/>
                      <a:pt x="2278150" y="51542"/>
                    </a:cubicBezTo>
                    <a:lnTo>
                      <a:pt x="2278150" y="738596"/>
                    </a:lnTo>
                    <a:cubicBezTo>
                      <a:pt x="2278150" y="752266"/>
                      <a:pt x="2272720" y="765376"/>
                      <a:pt x="2263054" y="775042"/>
                    </a:cubicBezTo>
                    <a:cubicBezTo>
                      <a:pt x="2253388" y="784708"/>
                      <a:pt x="2240278" y="790138"/>
                      <a:pt x="2226608" y="790138"/>
                    </a:cubicBezTo>
                    <a:lnTo>
                      <a:pt x="51542" y="790138"/>
                    </a:lnTo>
                    <a:cubicBezTo>
                      <a:pt x="37872" y="790138"/>
                      <a:pt x="24762" y="784708"/>
                      <a:pt x="15096" y="775042"/>
                    </a:cubicBezTo>
                    <a:cubicBezTo>
                      <a:pt x="5430" y="765376"/>
                      <a:pt x="0" y="752266"/>
                      <a:pt x="0" y="738596"/>
                    </a:cubicBezTo>
                    <a:lnTo>
                      <a:pt x="0" y="51542"/>
                    </a:lnTo>
                    <a:cubicBezTo>
                      <a:pt x="0" y="23076"/>
                      <a:pt x="23076" y="0"/>
                      <a:pt x="51542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278150" cy="82823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502013" cy="873742"/>
              <a:chOff x="0" y="0"/>
              <a:chExt cx="2119339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19339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119339">
                    <a:moveTo>
                      <a:pt x="55404" y="0"/>
                    </a:moveTo>
                    <a:lnTo>
                      <a:pt x="2063935" y="0"/>
                    </a:lnTo>
                    <a:cubicBezTo>
                      <a:pt x="2094534" y="0"/>
                      <a:pt x="2119339" y="24805"/>
                      <a:pt x="2119339" y="55404"/>
                    </a:cubicBezTo>
                    <a:lnTo>
                      <a:pt x="2119339" y="139476"/>
                    </a:lnTo>
                    <a:cubicBezTo>
                      <a:pt x="2119339" y="170075"/>
                      <a:pt x="2094534" y="194880"/>
                      <a:pt x="2063935" y="194880"/>
                    </a:cubicBezTo>
                    <a:lnTo>
                      <a:pt x="55404" y="194880"/>
                    </a:lnTo>
                    <a:cubicBezTo>
                      <a:pt x="24805" y="194880"/>
                      <a:pt x="0" y="170075"/>
                      <a:pt x="0" y="139476"/>
                    </a:cubicBezTo>
                    <a:lnTo>
                      <a:pt x="0" y="55404"/>
                    </a:lnTo>
                    <a:cubicBezTo>
                      <a:pt x="0" y="24805"/>
                      <a:pt x="24805" y="0"/>
                      <a:pt x="55404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19339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14300" y="184696"/>
              <a:ext cx="804029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interagindo com o usuário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927500"/>
              <a:ext cx="10214037" cy="3467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senha</a:t>
              </a: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 ""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senha != "python123":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senha = input("Digite a senha: ")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print("Acesso permitido!")</a:t>
              </a:r>
            </a:p>
            <a:p>
              <a:pPr algn="ctr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86883" y="5782885"/>
            <a:ext cx="9114234" cy="3693782"/>
            <a:chOff x="0" y="0"/>
            <a:chExt cx="12152312" cy="492504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638749" y="458625"/>
              <a:ext cx="11513564" cy="4145816"/>
              <a:chOff x="0" y="0"/>
              <a:chExt cx="2567998" cy="92468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67998" cy="924687"/>
              </a:xfrm>
              <a:custGeom>
                <a:avLst/>
                <a:gdLst/>
                <a:ahLst/>
                <a:cxnLst/>
                <a:rect r="r" b="b" t="t" l="l"/>
                <a:pathLst>
                  <a:path h="924687" w="2567998">
                    <a:moveTo>
                      <a:pt x="45724" y="0"/>
                    </a:moveTo>
                    <a:lnTo>
                      <a:pt x="2522273" y="0"/>
                    </a:lnTo>
                    <a:cubicBezTo>
                      <a:pt x="2534400" y="0"/>
                      <a:pt x="2546030" y="4817"/>
                      <a:pt x="2554605" y="13392"/>
                    </a:cubicBezTo>
                    <a:cubicBezTo>
                      <a:pt x="2563180" y="21967"/>
                      <a:pt x="2567998" y="33598"/>
                      <a:pt x="2567998" y="45724"/>
                    </a:cubicBezTo>
                    <a:lnTo>
                      <a:pt x="2567998" y="878963"/>
                    </a:lnTo>
                    <a:cubicBezTo>
                      <a:pt x="2567998" y="891090"/>
                      <a:pt x="2563180" y="902720"/>
                      <a:pt x="2554605" y="911295"/>
                    </a:cubicBezTo>
                    <a:cubicBezTo>
                      <a:pt x="2546030" y="919870"/>
                      <a:pt x="2534400" y="924687"/>
                      <a:pt x="2522273" y="924687"/>
                    </a:cubicBezTo>
                    <a:lnTo>
                      <a:pt x="45724" y="924687"/>
                    </a:lnTo>
                    <a:cubicBezTo>
                      <a:pt x="33598" y="924687"/>
                      <a:pt x="21967" y="919870"/>
                      <a:pt x="13392" y="911295"/>
                    </a:cubicBezTo>
                    <a:cubicBezTo>
                      <a:pt x="4817" y="902720"/>
                      <a:pt x="0" y="891090"/>
                      <a:pt x="0" y="878963"/>
                    </a:cubicBezTo>
                    <a:lnTo>
                      <a:pt x="0" y="45724"/>
                    </a:lnTo>
                    <a:cubicBezTo>
                      <a:pt x="0" y="33598"/>
                      <a:pt x="4817" y="21967"/>
                      <a:pt x="13392" y="13392"/>
                    </a:cubicBezTo>
                    <a:cubicBezTo>
                      <a:pt x="21967" y="4817"/>
                      <a:pt x="33598" y="0"/>
                      <a:pt x="45724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567998" cy="962787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638749" y="0"/>
              <a:ext cx="9354295" cy="873742"/>
              <a:chOff x="0" y="0"/>
              <a:chExt cx="2086392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8639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086392">
                    <a:moveTo>
                      <a:pt x="56279" y="0"/>
                    </a:moveTo>
                    <a:lnTo>
                      <a:pt x="2030113" y="0"/>
                    </a:lnTo>
                    <a:cubicBezTo>
                      <a:pt x="2061195" y="0"/>
                      <a:pt x="2086392" y="25197"/>
                      <a:pt x="2086392" y="56279"/>
                    </a:cubicBezTo>
                    <a:lnTo>
                      <a:pt x="2086392" y="138601"/>
                    </a:lnTo>
                    <a:cubicBezTo>
                      <a:pt x="2086392" y="153527"/>
                      <a:pt x="2080463" y="167842"/>
                      <a:pt x="2069908" y="178397"/>
                    </a:cubicBezTo>
                    <a:cubicBezTo>
                      <a:pt x="2059354" y="188951"/>
                      <a:pt x="2045039" y="194880"/>
                      <a:pt x="2030113" y="194880"/>
                    </a:cubicBezTo>
                    <a:lnTo>
                      <a:pt x="56279" y="194880"/>
                    </a:lnTo>
                    <a:cubicBezTo>
                      <a:pt x="25197" y="194880"/>
                      <a:pt x="0" y="169683"/>
                      <a:pt x="0" y="138601"/>
                    </a:cubicBezTo>
                    <a:lnTo>
                      <a:pt x="0" y="56279"/>
                    </a:lnTo>
                    <a:cubicBezTo>
                      <a:pt x="0" y="25197"/>
                      <a:pt x="25197" y="0"/>
                      <a:pt x="5627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08639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915017"/>
              <a:ext cx="12152312" cy="4010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soma = 0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num = int(input("Digite um número (0 para sair): "))</a:t>
              </a:r>
            </a:p>
            <a:p>
              <a:pPr algn="ctr">
                <a:lnSpc>
                  <a:spcPts val="2640"/>
                </a:lnSpc>
              </a:pPr>
            </a:p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num != 0: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soma += num</a:t>
              </a: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num =</a:t>
              </a: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int(input("Digite outro número (0 para sair): "))</a:t>
              </a: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pc="-12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print(f"Soma total: {soma}")</a:t>
              </a:r>
            </a:p>
            <a:p>
              <a:pPr algn="ctr">
                <a:lnSpc>
                  <a:spcPts val="2640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969138" y="161234"/>
              <a:ext cx="751220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Exemplo somando até digitar 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80805" y="1908980"/>
            <a:ext cx="8670949" cy="6728086"/>
            <a:chOff x="0" y="0"/>
            <a:chExt cx="2416981" cy="18754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6981" cy="1875418"/>
            </a:xfrm>
            <a:custGeom>
              <a:avLst/>
              <a:gdLst/>
              <a:ahLst/>
              <a:cxnLst/>
              <a:rect r="r" b="b" t="t" l="l"/>
              <a:pathLst>
                <a:path h="1875418" w="2416981">
                  <a:moveTo>
                    <a:pt x="45536" y="0"/>
                  </a:moveTo>
                  <a:lnTo>
                    <a:pt x="2371445" y="0"/>
                  </a:lnTo>
                  <a:cubicBezTo>
                    <a:pt x="2396594" y="0"/>
                    <a:pt x="2416981" y="20387"/>
                    <a:pt x="2416981" y="45536"/>
                  </a:cubicBezTo>
                  <a:lnTo>
                    <a:pt x="2416981" y="1829882"/>
                  </a:lnTo>
                  <a:cubicBezTo>
                    <a:pt x="2416981" y="1855031"/>
                    <a:pt x="2396594" y="1875418"/>
                    <a:pt x="2371445" y="1875418"/>
                  </a:cubicBezTo>
                  <a:lnTo>
                    <a:pt x="45536" y="1875418"/>
                  </a:lnTo>
                  <a:cubicBezTo>
                    <a:pt x="20387" y="1875418"/>
                    <a:pt x="0" y="1855031"/>
                    <a:pt x="0" y="1829882"/>
                  </a:cubicBezTo>
                  <a:lnTo>
                    <a:pt x="0" y="45536"/>
                  </a:lnTo>
                  <a:cubicBezTo>
                    <a:pt x="0" y="20387"/>
                    <a:pt x="20387" y="0"/>
                    <a:pt x="45536" y="0"/>
                  </a:cubicBezTo>
                  <a:close/>
                </a:path>
              </a:pathLst>
            </a:custGeom>
            <a:solidFill>
              <a:srgbClr val="F7AC1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16981" cy="1913518"/>
            </a:xfrm>
            <a:prstGeom prst="rect">
              <a:avLst/>
            </a:prstGeom>
          </p:spPr>
          <p:txBody>
            <a:bodyPr anchor="ctr" rtlCol="false" tIns="47999" lIns="47999" bIns="47999" rIns="47999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8509" y="1946067"/>
            <a:ext cx="8315491" cy="664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Escreva um programa que receba a nota de 4 provas de um aluno, calcule a média das provas e, se o aluno tiver a média maior ou igual a 6 ele passa de ano, do contrário ele reprova de ano. Retorne a situação do aluno, a média e as notas das provas.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72629" y="1899455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94857" y="2521698"/>
            <a:ext cx="3545687" cy="2886484"/>
            <a:chOff x="0" y="0"/>
            <a:chExt cx="4727583" cy="384864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496579"/>
              <a:ext cx="4727583" cy="3352066"/>
              <a:chOff x="0" y="0"/>
              <a:chExt cx="1054445" cy="7476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54445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054445">
                    <a:moveTo>
                      <a:pt x="111357" y="0"/>
                    </a:moveTo>
                    <a:lnTo>
                      <a:pt x="943088" y="0"/>
                    </a:lnTo>
                    <a:cubicBezTo>
                      <a:pt x="1004589" y="0"/>
                      <a:pt x="1054445" y="49856"/>
                      <a:pt x="1054445" y="111357"/>
                    </a:cubicBezTo>
                    <a:lnTo>
                      <a:pt x="1054445" y="636291"/>
                    </a:lnTo>
                    <a:cubicBezTo>
                      <a:pt x="1054445" y="665825"/>
                      <a:pt x="1042713" y="694149"/>
                      <a:pt x="1021829" y="715033"/>
                    </a:cubicBezTo>
                    <a:cubicBezTo>
                      <a:pt x="1000946" y="735916"/>
                      <a:pt x="972622" y="747648"/>
                      <a:pt x="943088" y="747648"/>
                    </a:cubicBezTo>
                    <a:lnTo>
                      <a:pt x="111357" y="747648"/>
                    </a:lnTo>
                    <a:cubicBezTo>
                      <a:pt x="81823" y="747648"/>
                      <a:pt x="53499" y="735916"/>
                      <a:pt x="32616" y="715033"/>
                    </a:cubicBezTo>
                    <a:cubicBezTo>
                      <a:pt x="11732" y="694149"/>
                      <a:pt x="0" y="665825"/>
                      <a:pt x="0" y="636291"/>
                    </a:cubicBezTo>
                    <a:lnTo>
                      <a:pt x="0" y="111357"/>
                    </a:lnTo>
                    <a:cubicBezTo>
                      <a:pt x="0" y="81823"/>
                      <a:pt x="11732" y="53499"/>
                      <a:pt x="32616" y="32616"/>
                    </a:cubicBezTo>
                    <a:cubicBezTo>
                      <a:pt x="53499" y="11732"/>
                      <a:pt x="81823" y="0"/>
                      <a:pt x="11135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54445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5516" y="995380"/>
              <a:ext cx="4572066" cy="1993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8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7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6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5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983469" y="2521698"/>
            <a:ext cx="3545687" cy="2886484"/>
            <a:chOff x="0" y="0"/>
            <a:chExt cx="4727583" cy="384864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496579"/>
              <a:ext cx="4727583" cy="3352066"/>
              <a:chOff x="0" y="0"/>
              <a:chExt cx="1054445" cy="74764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054445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054445">
                    <a:moveTo>
                      <a:pt x="111357" y="0"/>
                    </a:moveTo>
                    <a:lnTo>
                      <a:pt x="943088" y="0"/>
                    </a:lnTo>
                    <a:cubicBezTo>
                      <a:pt x="1004589" y="0"/>
                      <a:pt x="1054445" y="49856"/>
                      <a:pt x="1054445" y="111357"/>
                    </a:cubicBezTo>
                    <a:lnTo>
                      <a:pt x="1054445" y="636291"/>
                    </a:lnTo>
                    <a:cubicBezTo>
                      <a:pt x="1054445" y="665825"/>
                      <a:pt x="1042713" y="694149"/>
                      <a:pt x="1021829" y="715033"/>
                    </a:cubicBezTo>
                    <a:cubicBezTo>
                      <a:pt x="1000946" y="735916"/>
                      <a:pt x="972622" y="747648"/>
                      <a:pt x="943088" y="747648"/>
                    </a:cubicBezTo>
                    <a:lnTo>
                      <a:pt x="111357" y="747648"/>
                    </a:lnTo>
                    <a:cubicBezTo>
                      <a:pt x="81823" y="747648"/>
                      <a:pt x="53499" y="735916"/>
                      <a:pt x="32616" y="715033"/>
                    </a:cubicBezTo>
                    <a:cubicBezTo>
                      <a:pt x="11732" y="694149"/>
                      <a:pt x="0" y="665825"/>
                      <a:pt x="0" y="636291"/>
                    </a:cubicBezTo>
                    <a:lnTo>
                      <a:pt x="0" y="111357"/>
                    </a:lnTo>
                    <a:cubicBezTo>
                      <a:pt x="0" y="81823"/>
                      <a:pt x="11732" y="53499"/>
                      <a:pt x="32616" y="32616"/>
                    </a:cubicBezTo>
                    <a:cubicBezTo>
                      <a:pt x="53499" y="11732"/>
                      <a:pt x="81823" y="0"/>
                      <a:pt x="11135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054445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55516" y="995380"/>
              <a:ext cx="4572066" cy="149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Aluno aprovado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Média: 6.5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Notas: [8, 7, 6, 5]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94857" y="5560582"/>
            <a:ext cx="3545687" cy="2886484"/>
            <a:chOff x="0" y="0"/>
            <a:chExt cx="4727583" cy="384864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496579"/>
              <a:ext cx="4727583" cy="3352066"/>
              <a:chOff x="0" y="0"/>
              <a:chExt cx="1054445" cy="74764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54445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054445">
                    <a:moveTo>
                      <a:pt x="111357" y="0"/>
                    </a:moveTo>
                    <a:lnTo>
                      <a:pt x="943088" y="0"/>
                    </a:lnTo>
                    <a:cubicBezTo>
                      <a:pt x="1004589" y="0"/>
                      <a:pt x="1054445" y="49856"/>
                      <a:pt x="1054445" y="111357"/>
                    </a:cubicBezTo>
                    <a:lnTo>
                      <a:pt x="1054445" y="636291"/>
                    </a:lnTo>
                    <a:cubicBezTo>
                      <a:pt x="1054445" y="665825"/>
                      <a:pt x="1042713" y="694149"/>
                      <a:pt x="1021829" y="715033"/>
                    </a:cubicBezTo>
                    <a:cubicBezTo>
                      <a:pt x="1000946" y="735916"/>
                      <a:pt x="972622" y="747648"/>
                      <a:pt x="943088" y="747648"/>
                    </a:cubicBezTo>
                    <a:lnTo>
                      <a:pt x="111357" y="747648"/>
                    </a:lnTo>
                    <a:cubicBezTo>
                      <a:pt x="81823" y="747648"/>
                      <a:pt x="53499" y="735916"/>
                      <a:pt x="32616" y="715033"/>
                    </a:cubicBezTo>
                    <a:cubicBezTo>
                      <a:pt x="11732" y="694149"/>
                      <a:pt x="0" y="665825"/>
                      <a:pt x="0" y="636291"/>
                    </a:cubicBezTo>
                    <a:lnTo>
                      <a:pt x="0" y="111357"/>
                    </a:lnTo>
                    <a:cubicBezTo>
                      <a:pt x="0" y="81823"/>
                      <a:pt x="11732" y="53499"/>
                      <a:pt x="32616" y="32616"/>
                    </a:cubicBezTo>
                    <a:cubicBezTo>
                      <a:pt x="53499" y="11732"/>
                      <a:pt x="81823" y="0"/>
                      <a:pt x="11135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054445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155516" y="995380"/>
              <a:ext cx="4572066" cy="1993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5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5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4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983469" y="5560582"/>
            <a:ext cx="3545687" cy="2886484"/>
            <a:chOff x="0" y="0"/>
            <a:chExt cx="4727583" cy="3848646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496579"/>
              <a:ext cx="4727583" cy="3352066"/>
              <a:chOff x="0" y="0"/>
              <a:chExt cx="1054445" cy="74764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54445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054445">
                    <a:moveTo>
                      <a:pt x="111357" y="0"/>
                    </a:moveTo>
                    <a:lnTo>
                      <a:pt x="943088" y="0"/>
                    </a:lnTo>
                    <a:cubicBezTo>
                      <a:pt x="1004589" y="0"/>
                      <a:pt x="1054445" y="49856"/>
                      <a:pt x="1054445" y="111357"/>
                    </a:cubicBezTo>
                    <a:lnTo>
                      <a:pt x="1054445" y="636291"/>
                    </a:lnTo>
                    <a:cubicBezTo>
                      <a:pt x="1054445" y="665825"/>
                      <a:pt x="1042713" y="694149"/>
                      <a:pt x="1021829" y="715033"/>
                    </a:cubicBezTo>
                    <a:cubicBezTo>
                      <a:pt x="1000946" y="735916"/>
                      <a:pt x="972622" y="747648"/>
                      <a:pt x="943088" y="747648"/>
                    </a:cubicBezTo>
                    <a:lnTo>
                      <a:pt x="111357" y="747648"/>
                    </a:lnTo>
                    <a:cubicBezTo>
                      <a:pt x="81823" y="747648"/>
                      <a:pt x="53499" y="735916"/>
                      <a:pt x="32616" y="715033"/>
                    </a:cubicBezTo>
                    <a:cubicBezTo>
                      <a:pt x="11732" y="694149"/>
                      <a:pt x="0" y="665825"/>
                      <a:pt x="0" y="636291"/>
                    </a:cubicBezTo>
                    <a:lnTo>
                      <a:pt x="0" y="111357"/>
                    </a:lnTo>
                    <a:cubicBezTo>
                      <a:pt x="0" y="81823"/>
                      <a:pt x="11732" y="53499"/>
                      <a:pt x="32616" y="32616"/>
                    </a:cubicBezTo>
                    <a:cubicBezTo>
                      <a:pt x="53499" y="11732"/>
                      <a:pt x="81823" y="0"/>
                      <a:pt x="11135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054445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55516" y="995380"/>
              <a:ext cx="4572066" cy="149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Aluno reprovado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Média: 5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Notas: [6, 5, 5, 4]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5180" y="626015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68510" y="368840"/>
            <a:ext cx="15150979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EXERCICIO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2255" y="1901246"/>
            <a:ext cx="8546480" cy="6550795"/>
            <a:chOff x="0" y="0"/>
            <a:chExt cx="11395307" cy="873439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1395307" cy="8237814"/>
              <a:chOff x="0" y="0"/>
              <a:chExt cx="2541622" cy="18373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541622" cy="1837371"/>
              </a:xfrm>
              <a:custGeom>
                <a:avLst/>
                <a:gdLst/>
                <a:ahLst/>
                <a:cxnLst/>
                <a:rect r="r" b="b" t="t" l="l"/>
                <a:pathLst>
                  <a:path h="1837371" w="2541622">
                    <a:moveTo>
                      <a:pt x="46199" y="0"/>
                    </a:moveTo>
                    <a:lnTo>
                      <a:pt x="2495423" y="0"/>
                    </a:lnTo>
                    <a:cubicBezTo>
                      <a:pt x="2507675" y="0"/>
                      <a:pt x="2519426" y="4867"/>
                      <a:pt x="2528090" y="13531"/>
                    </a:cubicBezTo>
                    <a:cubicBezTo>
                      <a:pt x="2536754" y="22195"/>
                      <a:pt x="2541622" y="33946"/>
                      <a:pt x="2541622" y="46199"/>
                    </a:cubicBezTo>
                    <a:lnTo>
                      <a:pt x="2541622" y="1791172"/>
                    </a:lnTo>
                    <a:cubicBezTo>
                      <a:pt x="2541622" y="1803425"/>
                      <a:pt x="2536754" y="1815176"/>
                      <a:pt x="2528090" y="1823840"/>
                    </a:cubicBezTo>
                    <a:cubicBezTo>
                      <a:pt x="2519426" y="1832504"/>
                      <a:pt x="2507675" y="1837371"/>
                      <a:pt x="2495423" y="1837371"/>
                    </a:cubicBezTo>
                    <a:lnTo>
                      <a:pt x="46199" y="1837371"/>
                    </a:lnTo>
                    <a:cubicBezTo>
                      <a:pt x="33946" y="1837371"/>
                      <a:pt x="22195" y="1832504"/>
                      <a:pt x="13531" y="1823840"/>
                    </a:cubicBezTo>
                    <a:cubicBezTo>
                      <a:pt x="4867" y="1815176"/>
                      <a:pt x="0" y="1803425"/>
                      <a:pt x="0" y="1791172"/>
                    </a:cubicBezTo>
                    <a:lnTo>
                      <a:pt x="0" y="46199"/>
                    </a:lnTo>
                    <a:cubicBezTo>
                      <a:pt x="0" y="33946"/>
                      <a:pt x="4867" y="22195"/>
                      <a:pt x="13531" y="13531"/>
                    </a:cubicBezTo>
                    <a:cubicBezTo>
                      <a:pt x="22195" y="4867"/>
                      <a:pt x="33946" y="0"/>
                      <a:pt x="46199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541622" cy="1875471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8304189" cy="873742"/>
              <a:chOff x="0" y="0"/>
              <a:chExt cx="1852175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852175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852175">
                    <a:moveTo>
                      <a:pt x="63396" y="0"/>
                    </a:moveTo>
                    <a:lnTo>
                      <a:pt x="1788779" y="0"/>
                    </a:lnTo>
                    <a:cubicBezTo>
                      <a:pt x="1805593" y="0"/>
                      <a:pt x="1821718" y="6679"/>
                      <a:pt x="1833607" y="18568"/>
                    </a:cubicBezTo>
                    <a:cubicBezTo>
                      <a:pt x="1845496" y="30457"/>
                      <a:pt x="1852175" y="46582"/>
                      <a:pt x="1852175" y="63396"/>
                    </a:cubicBezTo>
                    <a:lnTo>
                      <a:pt x="1852175" y="131485"/>
                    </a:lnTo>
                    <a:cubicBezTo>
                      <a:pt x="1852175" y="148298"/>
                      <a:pt x="1845496" y="164423"/>
                      <a:pt x="1833607" y="176312"/>
                    </a:cubicBezTo>
                    <a:cubicBezTo>
                      <a:pt x="1821718" y="188201"/>
                      <a:pt x="1805593" y="194880"/>
                      <a:pt x="1788779" y="194880"/>
                    </a:cubicBezTo>
                    <a:lnTo>
                      <a:pt x="63396" y="194880"/>
                    </a:lnTo>
                    <a:cubicBezTo>
                      <a:pt x="46582" y="194880"/>
                      <a:pt x="30457" y="188201"/>
                      <a:pt x="18568" y="176312"/>
                    </a:cubicBezTo>
                    <a:cubicBezTo>
                      <a:pt x="6679" y="164423"/>
                      <a:pt x="0" y="148298"/>
                      <a:pt x="0" y="131485"/>
                    </a:cubicBezTo>
                    <a:lnTo>
                      <a:pt x="0" y="63396"/>
                    </a:lnTo>
                    <a:cubicBezTo>
                      <a:pt x="0" y="46582"/>
                      <a:pt x="6679" y="30457"/>
                      <a:pt x="18568" y="18568"/>
                    </a:cubicBezTo>
                    <a:cubicBezTo>
                      <a:pt x="30457" y="6679"/>
                      <a:pt x="46582" y="0"/>
                      <a:pt x="63396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852175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74854" y="995380"/>
              <a:ext cx="11020453" cy="694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[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499" spc="-147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range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4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[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float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"Digite a nota: 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sum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 /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len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&gt;=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6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"Aluno aprovado"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"Aluno reprovado"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"Média:"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499" spc="-149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"Notas:"</a:t>
              </a: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b="true" sz="2499" spc="-149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74854" y="179552"/>
              <a:ext cx="720043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Usando FOR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28454" y="1901246"/>
            <a:ext cx="8471482" cy="7204212"/>
            <a:chOff x="0" y="0"/>
            <a:chExt cx="11295309" cy="960561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496579"/>
              <a:ext cx="11295309" cy="9109036"/>
              <a:chOff x="0" y="0"/>
              <a:chExt cx="2519318" cy="203168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19318" cy="2031689"/>
              </a:xfrm>
              <a:custGeom>
                <a:avLst/>
                <a:gdLst/>
                <a:ahLst/>
                <a:cxnLst/>
                <a:rect r="r" b="b" t="t" l="l"/>
                <a:pathLst>
                  <a:path h="2031689" w="2519318">
                    <a:moveTo>
                      <a:pt x="46608" y="0"/>
                    </a:moveTo>
                    <a:lnTo>
                      <a:pt x="2472710" y="0"/>
                    </a:lnTo>
                    <a:cubicBezTo>
                      <a:pt x="2485071" y="0"/>
                      <a:pt x="2496926" y="4910"/>
                      <a:pt x="2505667" y="13651"/>
                    </a:cubicBezTo>
                    <a:cubicBezTo>
                      <a:pt x="2514408" y="22392"/>
                      <a:pt x="2519318" y="34247"/>
                      <a:pt x="2519318" y="46608"/>
                    </a:cubicBezTo>
                    <a:lnTo>
                      <a:pt x="2519318" y="1985081"/>
                    </a:lnTo>
                    <a:cubicBezTo>
                      <a:pt x="2519318" y="2010822"/>
                      <a:pt x="2498451" y="2031689"/>
                      <a:pt x="2472710" y="2031689"/>
                    </a:cubicBezTo>
                    <a:lnTo>
                      <a:pt x="46608" y="2031689"/>
                    </a:lnTo>
                    <a:cubicBezTo>
                      <a:pt x="34247" y="2031689"/>
                      <a:pt x="22392" y="2026779"/>
                      <a:pt x="13651" y="2018038"/>
                    </a:cubicBezTo>
                    <a:cubicBezTo>
                      <a:pt x="4910" y="2009297"/>
                      <a:pt x="0" y="1997442"/>
                      <a:pt x="0" y="1985081"/>
                    </a:cubicBezTo>
                    <a:lnTo>
                      <a:pt x="0" y="46608"/>
                    </a:lnTo>
                    <a:cubicBezTo>
                      <a:pt x="0" y="34247"/>
                      <a:pt x="4910" y="22392"/>
                      <a:pt x="13651" y="13651"/>
                    </a:cubicBezTo>
                    <a:cubicBezTo>
                      <a:pt x="22392" y="4910"/>
                      <a:pt x="34247" y="0"/>
                      <a:pt x="46608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519318" cy="2069789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8231316" cy="873742"/>
              <a:chOff x="0" y="0"/>
              <a:chExt cx="1835922" cy="1948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35922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1835922">
                    <a:moveTo>
                      <a:pt x="63957" y="0"/>
                    </a:moveTo>
                    <a:lnTo>
                      <a:pt x="1771965" y="0"/>
                    </a:lnTo>
                    <a:cubicBezTo>
                      <a:pt x="1788927" y="0"/>
                      <a:pt x="1805195" y="6738"/>
                      <a:pt x="1817189" y="18733"/>
                    </a:cubicBezTo>
                    <a:cubicBezTo>
                      <a:pt x="1829183" y="30727"/>
                      <a:pt x="1835922" y="46995"/>
                      <a:pt x="1835922" y="63957"/>
                    </a:cubicBezTo>
                    <a:lnTo>
                      <a:pt x="1835922" y="130923"/>
                    </a:lnTo>
                    <a:cubicBezTo>
                      <a:pt x="1835922" y="147886"/>
                      <a:pt x="1829183" y="164154"/>
                      <a:pt x="1817189" y="176148"/>
                    </a:cubicBezTo>
                    <a:cubicBezTo>
                      <a:pt x="1805195" y="188142"/>
                      <a:pt x="1788927" y="194880"/>
                      <a:pt x="1771965" y="194880"/>
                    </a:cubicBezTo>
                    <a:lnTo>
                      <a:pt x="63957" y="194880"/>
                    </a:lnTo>
                    <a:cubicBezTo>
                      <a:pt x="46995" y="194880"/>
                      <a:pt x="30727" y="188142"/>
                      <a:pt x="18733" y="176148"/>
                    </a:cubicBezTo>
                    <a:cubicBezTo>
                      <a:pt x="6738" y="164154"/>
                      <a:pt x="0" y="147886"/>
                      <a:pt x="0" y="130923"/>
                    </a:cubicBezTo>
                    <a:lnTo>
                      <a:pt x="0" y="63957"/>
                    </a:lnTo>
                    <a:cubicBezTo>
                      <a:pt x="0" y="46995"/>
                      <a:pt x="6738" y="30727"/>
                      <a:pt x="18733" y="18733"/>
                    </a:cubicBezTo>
                    <a:cubicBezTo>
                      <a:pt x="30727" y="6738"/>
                      <a:pt x="46995" y="0"/>
                      <a:pt x="63957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1835922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71565" y="995380"/>
              <a:ext cx="10923744" cy="8432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[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0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&lt;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4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[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float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"Digite a nota: 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+=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1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sum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 /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len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 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&gt;=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6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"Aluno aprovado"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else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"Aluno reprovado"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999"/>
                </a:lnSpc>
              </a:pP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499" spc="-147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"Média:"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499" spc="-147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</a:t>
              </a: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499" spc="-149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"Notas:"</a:t>
              </a: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b="true" sz="2499" spc="-149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notas</a:t>
              </a: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999"/>
                </a:lnSpc>
                <a:spcBef>
                  <a:spcPct val="0"/>
                </a:spcBef>
              </a:pP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71565" y="179552"/>
              <a:ext cx="7137244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Usando WHILE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072" y="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3192" y="2487167"/>
            <a:ext cx="6388264" cy="5312666"/>
            <a:chOff x="0" y="0"/>
            <a:chExt cx="8517685" cy="708355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517685" cy="7083555"/>
              <a:chOff x="0" y="0"/>
              <a:chExt cx="1780695" cy="148087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80695" cy="1480878"/>
              </a:xfrm>
              <a:custGeom>
                <a:avLst/>
                <a:gdLst/>
                <a:ahLst/>
                <a:cxnLst/>
                <a:rect r="r" b="b" t="t" l="l"/>
                <a:pathLst>
                  <a:path h="1480878" w="1780695">
                    <a:moveTo>
                      <a:pt x="61807" y="0"/>
                    </a:moveTo>
                    <a:lnTo>
                      <a:pt x="1718888" y="0"/>
                    </a:lnTo>
                    <a:cubicBezTo>
                      <a:pt x="1735280" y="0"/>
                      <a:pt x="1751001" y="6512"/>
                      <a:pt x="1762592" y="18103"/>
                    </a:cubicBezTo>
                    <a:cubicBezTo>
                      <a:pt x="1774183" y="29694"/>
                      <a:pt x="1780695" y="45415"/>
                      <a:pt x="1780695" y="61807"/>
                    </a:cubicBezTo>
                    <a:lnTo>
                      <a:pt x="1780695" y="1419071"/>
                    </a:lnTo>
                    <a:cubicBezTo>
                      <a:pt x="1780695" y="1435463"/>
                      <a:pt x="1774183" y="1451184"/>
                      <a:pt x="1762592" y="1462775"/>
                    </a:cubicBezTo>
                    <a:cubicBezTo>
                      <a:pt x="1751001" y="1474366"/>
                      <a:pt x="1735280" y="1480878"/>
                      <a:pt x="1718888" y="1480878"/>
                    </a:cubicBezTo>
                    <a:lnTo>
                      <a:pt x="61807" y="1480878"/>
                    </a:lnTo>
                    <a:cubicBezTo>
                      <a:pt x="45415" y="1480878"/>
                      <a:pt x="29694" y="1474366"/>
                      <a:pt x="18103" y="1462775"/>
                    </a:cubicBezTo>
                    <a:cubicBezTo>
                      <a:pt x="6512" y="1451184"/>
                      <a:pt x="0" y="1435463"/>
                      <a:pt x="0" y="1419071"/>
                    </a:cubicBezTo>
                    <a:lnTo>
                      <a:pt x="0" y="61807"/>
                    </a:lnTo>
                    <a:cubicBezTo>
                      <a:pt x="0" y="45415"/>
                      <a:pt x="6512" y="29694"/>
                      <a:pt x="18103" y="18103"/>
                    </a:cubicBezTo>
                    <a:cubicBezTo>
                      <a:pt x="29694" y="6512"/>
                      <a:pt x="45415" y="0"/>
                      <a:pt x="61807" y="0"/>
                    </a:cubicBezTo>
                    <a:close/>
                  </a:path>
                </a:pathLst>
              </a:custGeom>
              <a:solidFill>
                <a:srgbClr val="F7AC1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780695" cy="1518978"/>
              </a:xfrm>
              <a:prstGeom prst="rect">
                <a:avLst/>
              </a:prstGeom>
            </p:spPr>
            <p:txBody>
              <a:bodyPr anchor="ctr" rtlCol="false" tIns="47999" lIns="47999" bIns="47999" rIns="4799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96939" y="24049"/>
              <a:ext cx="8143859" cy="7059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20"/>
                </a:lnSpc>
                <a:spcBef>
                  <a:spcPct val="0"/>
                </a:spcBef>
              </a:pPr>
              <a:r>
                <a:rPr lang="en-US" b="true" sz="3800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Escreva um programa que receba a temperatura em 5 dias diferentes. Retorne a maior temperatura, a menor, a média entre os 5 dias.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64226" y="232232"/>
            <a:ext cx="14423540" cy="131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sz="7013" i="true" spc="-722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EXERCÍCIO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49421" y="1899455"/>
            <a:ext cx="120038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 spc="-177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Exemplos: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78514" y="2521698"/>
            <a:ext cx="3545687" cy="2886484"/>
            <a:chOff x="0" y="0"/>
            <a:chExt cx="4727583" cy="384864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496579"/>
              <a:ext cx="4727583" cy="3352066"/>
              <a:chOff x="0" y="0"/>
              <a:chExt cx="1054445" cy="74764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54445" cy="747648"/>
              </a:xfrm>
              <a:custGeom>
                <a:avLst/>
                <a:gdLst/>
                <a:ahLst/>
                <a:cxnLst/>
                <a:rect r="r" b="b" t="t" l="l"/>
                <a:pathLst>
                  <a:path h="747648" w="1054445">
                    <a:moveTo>
                      <a:pt x="111357" y="0"/>
                    </a:moveTo>
                    <a:lnTo>
                      <a:pt x="943088" y="0"/>
                    </a:lnTo>
                    <a:cubicBezTo>
                      <a:pt x="1004589" y="0"/>
                      <a:pt x="1054445" y="49856"/>
                      <a:pt x="1054445" y="111357"/>
                    </a:cubicBezTo>
                    <a:lnTo>
                      <a:pt x="1054445" y="636291"/>
                    </a:lnTo>
                    <a:cubicBezTo>
                      <a:pt x="1054445" y="665825"/>
                      <a:pt x="1042713" y="694149"/>
                      <a:pt x="1021829" y="715033"/>
                    </a:cubicBezTo>
                    <a:cubicBezTo>
                      <a:pt x="1000946" y="735916"/>
                      <a:pt x="972622" y="747648"/>
                      <a:pt x="943088" y="747648"/>
                    </a:cubicBezTo>
                    <a:lnTo>
                      <a:pt x="111357" y="747648"/>
                    </a:lnTo>
                    <a:cubicBezTo>
                      <a:pt x="81823" y="747648"/>
                      <a:pt x="53499" y="735916"/>
                      <a:pt x="32616" y="715033"/>
                    </a:cubicBezTo>
                    <a:cubicBezTo>
                      <a:pt x="11732" y="694149"/>
                      <a:pt x="0" y="665825"/>
                      <a:pt x="0" y="636291"/>
                    </a:cubicBezTo>
                    <a:lnTo>
                      <a:pt x="0" y="111357"/>
                    </a:lnTo>
                    <a:cubicBezTo>
                      <a:pt x="0" y="81823"/>
                      <a:pt x="11732" y="53499"/>
                      <a:pt x="32616" y="32616"/>
                    </a:cubicBezTo>
                    <a:cubicBezTo>
                      <a:pt x="53499" y="11732"/>
                      <a:pt x="81823" y="0"/>
                      <a:pt x="111357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1054445" cy="78574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3445167" cy="873742"/>
              <a:chOff x="0" y="0"/>
              <a:chExt cx="768414" cy="19488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6841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768414">
                    <a:moveTo>
                      <a:pt x="97440" y="0"/>
                    </a:moveTo>
                    <a:lnTo>
                      <a:pt x="670974" y="0"/>
                    </a:lnTo>
                    <a:cubicBezTo>
                      <a:pt x="696816" y="0"/>
                      <a:pt x="721601" y="10266"/>
                      <a:pt x="739874" y="28540"/>
                    </a:cubicBezTo>
                    <a:cubicBezTo>
                      <a:pt x="758148" y="46813"/>
                      <a:pt x="768414" y="71597"/>
                      <a:pt x="768414" y="97440"/>
                    </a:cubicBezTo>
                    <a:lnTo>
                      <a:pt x="768414" y="97440"/>
                    </a:lnTo>
                    <a:cubicBezTo>
                      <a:pt x="768414" y="123283"/>
                      <a:pt x="758148" y="148067"/>
                      <a:pt x="739874" y="166341"/>
                    </a:cubicBezTo>
                    <a:cubicBezTo>
                      <a:pt x="721601" y="184614"/>
                      <a:pt x="696816" y="194880"/>
                      <a:pt x="670974" y="194880"/>
                    </a:cubicBezTo>
                    <a:lnTo>
                      <a:pt x="97440" y="194880"/>
                    </a:lnTo>
                    <a:cubicBezTo>
                      <a:pt x="71597" y="194880"/>
                      <a:pt x="46813" y="184614"/>
                      <a:pt x="28540" y="166341"/>
                    </a:cubicBezTo>
                    <a:cubicBezTo>
                      <a:pt x="10266" y="148067"/>
                      <a:pt x="0" y="123283"/>
                      <a:pt x="0" y="97440"/>
                    </a:cubicBezTo>
                    <a:lnTo>
                      <a:pt x="0" y="97440"/>
                    </a:lnTo>
                    <a:cubicBezTo>
                      <a:pt x="0" y="71597"/>
                      <a:pt x="10266" y="46813"/>
                      <a:pt x="28540" y="28540"/>
                    </a:cubicBezTo>
                    <a:cubicBezTo>
                      <a:pt x="46813" y="10266"/>
                      <a:pt x="71597" y="0"/>
                      <a:pt x="97440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76841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5516" y="995380"/>
              <a:ext cx="4572066" cy="248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32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30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28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27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26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55516" y="179552"/>
              <a:ext cx="2987250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Entrada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22066" y="5770132"/>
            <a:ext cx="10258585" cy="2075530"/>
            <a:chOff x="0" y="0"/>
            <a:chExt cx="13678113" cy="2767373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496579"/>
              <a:ext cx="13678113" cy="2270794"/>
              <a:chOff x="0" y="0"/>
              <a:chExt cx="3050781" cy="50648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050781" cy="506480"/>
              </a:xfrm>
              <a:custGeom>
                <a:avLst/>
                <a:gdLst/>
                <a:ahLst/>
                <a:cxnLst/>
                <a:rect r="r" b="b" t="t" l="l"/>
                <a:pathLst>
                  <a:path h="506480" w="3050781">
                    <a:moveTo>
                      <a:pt x="38489" y="0"/>
                    </a:moveTo>
                    <a:lnTo>
                      <a:pt x="3012292" y="0"/>
                    </a:lnTo>
                    <a:cubicBezTo>
                      <a:pt x="3033549" y="0"/>
                      <a:pt x="3050781" y="17232"/>
                      <a:pt x="3050781" y="38489"/>
                    </a:cubicBezTo>
                    <a:lnTo>
                      <a:pt x="3050781" y="467992"/>
                    </a:lnTo>
                    <a:cubicBezTo>
                      <a:pt x="3050781" y="478200"/>
                      <a:pt x="3046726" y="487989"/>
                      <a:pt x="3039508" y="495207"/>
                    </a:cubicBezTo>
                    <a:cubicBezTo>
                      <a:pt x="3032290" y="502425"/>
                      <a:pt x="3022500" y="506480"/>
                      <a:pt x="3012292" y="506480"/>
                    </a:cubicBezTo>
                    <a:lnTo>
                      <a:pt x="38489" y="506480"/>
                    </a:lnTo>
                    <a:cubicBezTo>
                      <a:pt x="28281" y="506480"/>
                      <a:pt x="18491" y="502425"/>
                      <a:pt x="11273" y="495207"/>
                    </a:cubicBezTo>
                    <a:cubicBezTo>
                      <a:pt x="4055" y="487989"/>
                      <a:pt x="0" y="478200"/>
                      <a:pt x="0" y="467992"/>
                    </a:cubicBezTo>
                    <a:lnTo>
                      <a:pt x="0" y="38489"/>
                    </a:lnTo>
                    <a:cubicBezTo>
                      <a:pt x="0" y="28281"/>
                      <a:pt x="4055" y="18491"/>
                      <a:pt x="11273" y="11273"/>
                    </a:cubicBezTo>
                    <a:cubicBezTo>
                      <a:pt x="18491" y="4055"/>
                      <a:pt x="28281" y="0"/>
                      <a:pt x="38489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050781" cy="544580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0"/>
              <a:ext cx="9967755" cy="873742"/>
              <a:chOff x="0" y="0"/>
              <a:chExt cx="2223219" cy="19488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23219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223219">
                    <a:moveTo>
                      <a:pt x="52815" y="0"/>
                    </a:moveTo>
                    <a:lnTo>
                      <a:pt x="2170403" y="0"/>
                    </a:lnTo>
                    <a:cubicBezTo>
                      <a:pt x="2184411" y="0"/>
                      <a:pt x="2197845" y="5564"/>
                      <a:pt x="2207750" y="15469"/>
                    </a:cubicBezTo>
                    <a:cubicBezTo>
                      <a:pt x="2217654" y="25374"/>
                      <a:pt x="2223219" y="38808"/>
                      <a:pt x="2223219" y="52815"/>
                    </a:cubicBezTo>
                    <a:lnTo>
                      <a:pt x="2223219" y="142065"/>
                    </a:lnTo>
                    <a:cubicBezTo>
                      <a:pt x="2223219" y="171234"/>
                      <a:pt x="2199573" y="194880"/>
                      <a:pt x="2170403" y="194880"/>
                    </a:cubicBezTo>
                    <a:lnTo>
                      <a:pt x="52815" y="194880"/>
                    </a:lnTo>
                    <a:cubicBezTo>
                      <a:pt x="23646" y="194880"/>
                      <a:pt x="0" y="171234"/>
                      <a:pt x="0" y="142065"/>
                    </a:cubicBezTo>
                    <a:lnTo>
                      <a:pt x="0" y="52815"/>
                    </a:lnTo>
                    <a:cubicBezTo>
                      <a:pt x="0" y="38808"/>
                      <a:pt x="5564" y="25374"/>
                      <a:pt x="15469" y="15469"/>
                    </a:cubicBezTo>
                    <a:cubicBezTo>
                      <a:pt x="25374" y="5564"/>
                      <a:pt x="38808" y="0"/>
                      <a:pt x="52815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223219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49948" y="995380"/>
              <a:ext cx="13228164" cy="1498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Média das temperaturas: 28.6</a:t>
              </a:r>
            </a:p>
            <a:p>
              <a:pPr algn="l">
                <a:lnSpc>
                  <a:spcPts val="2999"/>
                </a:lnSpc>
              </a:pPr>
              <a:r>
                <a:rPr lang="en-US" sz="2499" spc="-147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 temperatura: 32.0</a:t>
              </a:r>
            </a:p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499" spc="-14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 temperatura: 26.0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49948" y="179552"/>
              <a:ext cx="8642882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Saída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63512" y="102870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54150"/>
            <a:ext cx="5674831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EXERCICIO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49046" y="511325"/>
            <a:ext cx="9773186" cy="7080660"/>
            <a:chOff x="0" y="0"/>
            <a:chExt cx="13030915" cy="944088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3030915" cy="8791960"/>
              <a:chOff x="0" y="0"/>
              <a:chExt cx="2906429" cy="196096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906429" cy="1960968"/>
              </a:xfrm>
              <a:custGeom>
                <a:avLst/>
                <a:gdLst/>
                <a:ahLst/>
                <a:cxnLst/>
                <a:rect r="r" b="b" t="t" l="l"/>
                <a:pathLst>
                  <a:path h="1960968" w="2906429">
                    <a:moveTo>
                      <a:pt x="40400" y="0"/>
                    </a:moveTo>
                    <a:lnTo>
                      <a:pt x="2866029" y="0"/>
                    </a:lnTo>
                    <a:cubicBezTo>
                      <a:pt x="2876744" y="0"/>
                      <a:pt x="2887020" y="4256"/>
                      <a:pt x="2894596" y="11833"/>
                    </a:cubicBezTo>
                    <a:cubicBezTo>
                      <a:pt x="2902173" y="19409"/>
                      <a:pt x="2906429" y="29685"/>
                      <a:pt x="2906429" y="40400"/>
                    </a:cubicBezTo>
                    <a:lnTo>
                      <a:pt x="2906429" y="1920568"/>
                    </a:lnTo>
                    <a:cubicBezTo>
                      <a:pt x="2906429" y="1942881"/>
                      <a:pt x="2888342" y="1960968"/>
                      <a:pt x="2866029" y="1960968"/>
                    </a:cubicBezTo>
                    <a:lnTo>
                      <a:pt x="40400" y="1960968"/>
                    </a:lnTo>
                    <a:cubicBezTo>
                      <a:pt x="29685" y="1960968"/>
                      <a:pt x="19409" y="1956712"/>
                      <a:pt x="11833" y="1949135"/>
                    </a:cubicBezTo>
                    <a:cubicBezTo>
                      <a:pt x="4256" y="1941559"/>
                      <a:pt x="0" y="1931283"/>
                      <a:pt x="0" y="1920568"/>
                    </a:cubicBezTo>
                    <a:lnTo>
                      <a:pt x="0" y="40400"/>
                    </a:lnTo>
                    <a:cubicBezTo>
                      <a:pt x="0" y="29685"/>
                      <a:pt x="4256" y="19409"/>
                      <a:pt x="11833" y="11833"/>
                    </a:cubicBezTo>
                    <a:cubicBezTo>
                      <a:pt x="19409" y="4256"/>
                      <a:pt x="29685" y="0"/>
                      <a:pt x="4040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906429" cy="1999068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496117" cy="873742"/>
              <a:chOff x="0" y="0"/>
              <a:chExt cx="2118024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1802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118024">
                    <a:moveTo>
                      <a:pt x="55439" y="0"/>
                    </a:moveTo>
                    <a:lnTo>
                      <a:pt x="2062586" y="0"/>
                    </a:lnTo>
                    <a:cubicBezTo>
                      <a:pt x="2093204" y="0"/>
                      <a:pt x="2118024" y="24821"/>
                      <a:pt x="2118024" y="55439"/>
                    </a:cubicBezTo>
                    <a:lnTo>
                      <a:pt x="2118024" y="139442"/>
                    </a:lnTo>
                    <a:cubicBezTo>
                      <a:pt x="2118024" y="154145"/>
                      <a:pt x="2112183" y="168246"/>
                      <a:pt x="2101787" y="178643"/>
                    </a:cubicBezTo>
                    <a:cubicBezTo>
                      <a:pt x="2091390" y="189040"/>
                      <a:pt x="2077289" y="194880"/>
                      <a:pt x="2062586" y="194880"/>
                    </a:cubicBezTo>
                    <a:lnTo>
                      <a:pt x="55439" y="194880"/>
                    </a:lnTo>
                    <a:cubicBezTo>
                      <a:pt x="24821" y="194880"/>
                      <a:pt x="0" y="170060"/>
                      <a:pt x="0" y="139442"/>
                    </a:cubicBezTo>
                    <a:lnTo>
                      <a:pt x="0" y="55439"/>
                    </a:lnTo>
                    <a:cubicBezTo>
                      <a:pt x="0" y="24821"/>
                      <a:pt x="24821" y="0"/>
                      <a:pt x="5543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1802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28659" y="985855"/>
              <a:ext cx="12602256" cy="8455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[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range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5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[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float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"Digite a temperatura: "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))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[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for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 </a:t>
              </a: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&gt;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   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&lt;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   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sum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 /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len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"Maior temperatura:"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"Menor temperatura:"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pc="-131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b="true" sz="2200" spc="-131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200" spc="-131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"Média das temperaturas:"</a:t>
              </a:r>
              <a:r>
                <a:rPr lang="en-US" b="true" sz="2200" spc="-131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b="true" sz="2200" spc="-131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</a:t>
              </a:r>
              <a:r>
                <a:rPr lang="en-US" b="true" sz="2200" spc="-131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28659" y="179552"/>
              <a:ext cx="823393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Usando FOR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63512" y="1028700"/>
            <a:ext cx="10816364" cy="10816364"/>
            <a:chOff x="0" y="0"/>
            <a:chExt cx="14421819" cy="144218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21865" cy="14421865"/>
            </a:xfrm>
            <a:custGeom>
              <a:avLst/>
              <a:gdLst/>
              <a:ahLst/>
              <a:cxnLst/>
              <a:rect r="r" b="b" t="t" l="l"/>
              <a:pathLst>
                <a:path h="14421865" w="14421865">
                  <a:moveTo>
                    <a:pt x="0" y="0"/>
                  </a:moveTo>
                  <a:lnTo>
                    <a:pt x="14421865" y="0"/>
                  </a:lnTo>
                  <a:lnTo>
                    <a:pt x="14421865" y="14421865"/>
                  </a:lnTo>
                  <a:lnTo>
                    <a:pt x="0" y="1442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8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54150"/>
            <a:ext cx="5674831" cy="129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2"/>
              </a:lnSpc>
            </a:pPr>
            <a:r>
              <a:rPr lang="en-US" sz="6813" i="true" spc="-701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EXERCICIO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105458"/>
            <a:ext cx="2761763" cy="1181542"/>
            <a:chOff x="0" y="0"/>
            <a:chExt cx="3682351" cy="157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93861" y="0"/>
              <a:ext cx="3167629" cy="1346793"/>
            </a:xfrm>
            <a:custGeom>
              <a:avLst/>
              <a:gdLst/>
              <a:ahLst/>
              <a:cxnLst/>
              <a:rect r="r" b="b" t="t" l="l"/>
              <a:pathLst>
                <a:path h="1346793" w="3167629">
                  <a:moveTo>
                    <a:pt x="0" y="0"/>
                  </a:moveTo>
                  <a:lnTo>
                    <a:pt x="3167629" y="0"/>
                  </a:lnTo>
                  <a:lnTo>
                    <a:pt x="3167629" y="1346793"/>
                  </a:lnTo>
                  <a:lnTo>
                    <a:pt x="0" y="134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4143"/>
              <a:ext cx="3682351" cy="1551247"/>
            </a:xfrm>
            <a:custGeom>
              <a:avLst/>
              <a:gdLst/>
              <a:ahLst/>
              <a:cxnLst/>
              <a:rect r="r" b="b" t="t" l="l"/>
              <a:pathLst>
                <a:path h="1551247" w="3682351">
                  <a:moveTo>
                    <a:pt x="0" y="0"/>
                  </a:moveTo>
                  <a:lnTo>
                    <a:pt x="3682351" y="0"/>
                  </a:lnTo>
                  <a:lnTo>
                    <a:pt x="3682351" y="1551246"/>
                  </a:lnTo>
                  <a:lnTo>
                    <a:pt x="0" y="155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511" t="-123567" r="-70535" b="-4278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49046" y="511325"/>
            <a:ext cx="9773186" cy="8414160"/>
            <a:chOff x="0" y="0"/>
            <a:chExt cx="13030915" cy="1121888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496579"/>
              <a:ext cx="13030915" cy="10554034"/>
              <a:chOff x="0" y="0"/>
              <a:chExt cx="2906429" cy="235398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906429" cy="2353983"/>
              </a:xfrm>
              <a:custGeom>
                <a:avLst/>
                <a:gdLst/>
                <a:ahLst/>
                <a:cxnLst/>
                <a:rect r="r" b="b" t="t" l="l"/>
                <a:pathLst>
                  <a:path h="2353983" w="2906429">
                    <a:moveTo>
                      <a:pt x="40400" y="0"/>
                    </a:moveTo>
                    <a:lnTo>
                      <a:pt x="2866029" y="0"/>
                    </a:lnTo>
                    <a:cubicBezTo>
                      <a:pt x="2876744" y="0"/>
                      <a:pt x="2887020" y="4256"/>
                      <a:pt x="2894596" y="11833"/>
                    </a:cubicBezTo>
                    <a:cubicBezTo>
                      <a:pt x="2902173" y="19409"/>
                      <a:pt x="2906429" y="29685"/>
                      <a:pt x="2906429" y="40400"/>
                    </a:cubicBezTo>
                    <a:lnTo>
                      <a:pt x="2906429" y="2313583"/>
                    </a:lnTo>
                    <a:cubicBezTo>
                      <a:pt x="2906429" y="2324297"/>
                      <a:pt x="2902173" y="2334573"/>
                      <a:pt x="2894596" y="2342150"/>
                    </a:cubicBezTo>
                    <a:cubicBezTo>
                      <a:pt x="2887020" y="2349727"/>
                      <a:pt x="2876744" y="2353983"/>
                      <a:pt x="2866029" y="2353983"/>
                    </a:cubicBezTo>
                    <a:lnTo>
                      <a:pt x="40400" y="2353983"/>
                    </a:lnTo>
                    <a:cubicBezTo>
                      <a:pt x="18088" y="2353983"/>
                      <a:pt x="0" y="2335895"/>
                      <a:pt x="0" y="2313583"/>
                    </a:cubicBezTo>
                    <a:lnTo>
                      <a:pt x="0" y="40400"/>
                    </a:lnTo>
                    <a:cubicBezTo>
                      <a:pt x="0" y="29685"/>
                      <a:pt x="4256" y="19409"/>
                      <a:pt x="11833" y="11833"/>
                    </a:cubicBezTo>
                    <a:cubicBezTo>
                      <a:pt x="19409" y="4256"/>
                      <a:pt x="29685" y="0"/>
                      <a:pt x="40400" y="0"/>
                    </a:cubicBezTo>
                    <a:close/>
                  </a:path>
                </a:pathLst>
              </a:custGeom>
              <a:solidFill>
                <a:srgbClr val="38383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906429" cy="2392083"/>
              </a:xfrm>
              <a:prstGeom prst="rect">
                <a:avLst/>
              </a:prstGeom>
            </p:spPr>
            <p:txBody>
              <a:bodyPr anchor="ctr" rtlCol="false" tIns="68158" lIns="68158" bIns="68158" rIns="68158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9496117" cy="873742"/>
              <a:chOff x="0" y="0"/>
              <a:chExt cx="2118024" cy="19488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18024" cy="194880"/>
              </a:xfrm>
              <a:custGeom>
                <a:avLst/>
                <a:gdLst/>
                <a:ahLst/>
                <a:cxnLst/>
                <a:rect r="r" b="b" t="t" l="l"/>
                <a:pathLst>
                  <a:path h="194880" w="2118024">
                    <a:moveTo>
                      <a:pt x="55439" y="0"/>
                    </a:moveTo>
                    <a:lnTo>
                      <a:pt x="2062586" y="0"/>
                    </a:lnTo>
                    <a:cubicBezTo>
                      <a:pt x="2093204" y="0"/>
                      <a:pt x="2118024" y="24821"/>
                      <a:pt x="2118024" y="55439"/>
                    </a:cubicBezTo>
                    <a:lnTo>
                      <a:pt x="2118024" y="139442"/>
                    </a:lnTo>
                    <a:cubicBezTo>
                      <a:pt x="2118024" y="154145"/>
                      <a:pt x="2112183" y="168246"/>
                      <a:pt x="2101787" y="178643"/>
                    </a:cubicBezTo>
                    <a:cubicBezTo>
                      <a:pt x="2091390" y="189040"/>
                      <a:pt x="2077289" y="194880"/>
                      <a:pt x="2062586" y="194880"/>
                    </a:cubicBezTo>
                    <a:lnTo>
                      <a:pt x="55439" y="194880"/>
                    </a:lnTo>
                    <a:cubicBezTo>
                      <a:pt x="24821" y="194880"/>
                      <a:pt x="0" y="170060"/>
                      <a:pt x="0" y="139442"/>
                    </a:cubicBezTo>
                    <a:lnTo>
                      <a:pt x="0" y="55439"/>
                    </a:lnTo>
                    <a:cubicBezTo>
                      <a:pt x="0" y="24821"/>
                      <a:pt x="24821" y="0"/>
                      <a:pt x="55439" y="0"/>
                    </a:cubicBezTo>
                    <a:close/>
                  </a:path>
                </a:pathLst>
              </a:custGeom>
              <a:solidFill>
                <a:srgbClr val="F2EFEB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18024" cy="232980"/>
              </a:xfrm>
              <a:prstGeom prst="rect">
                <a:avLst/>
              </a:prstGeom>
            </p:spPr>
            <p:txBody>
              <a:bodyPr anchor="ctr" rtlCol="false" tIns="44990" lIns="44990" bIns="44990" rIns="4499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28659" y="985855"/>
              <a:ext cx="12602256" cy="10233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[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&lt;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5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[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float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input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"Digite a temperatura: "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))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++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[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]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0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while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&lt;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len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&gt;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   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</a:t>
              </a:r>
              <a:r>
                <a:rPr lang="en-US" sz="2200" spc="-129" b="true">
                  <a:solidFill>
                    <a:srgbClr val="D10719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if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&lt;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: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   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    i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++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 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=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sum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 / </a:t>
              </a: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len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temperaturas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</a:pP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"Maior temperatura:"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maior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</a:pPr>
              <a:r>
                <a:rPr lang="en-US" sz="2200" spc="-129" b="true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sz="2200" spc="-129" b="true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"Menor temperatura:"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sz="2200" spc="-129" b="true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menor</a:t>
              </a:r>
              <a:r>
                <a:rPr lang="en-US" sz="2200" spc="-129" b="true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  <a:spcBef>
                  <a:spcPct val="0"/>
                </a:spcBef>
              </a:pPr>
              <a:r>
                <a:rPr lang="en-US" b="true" sz="2200" spc="-131">
                  <a:solidFill>
                    <a:srgbClr val="F7AC16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print</a:t>
              </a:r>
              <a:r>
                <a:rPr lang="en-US" b="true" sz="2200" spc="-131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(</a:t>
              </a:r>
              <a:r>
                <a:rPr lang="en-US" b="true" sz="2200" spc="-131">
                  <a:solidFill>
                    <a:srgbClr val="169D53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"Média das temperaturas:"</a:t>
              </a:r>
              <a:r>
                <a:rPr lang="en-US" b="true" sz="2200" spc="-131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, </a:t>
              </a:r>
              <a:r>
                <a:rPr lang="en-US" b="true" sz="2200" spc="-131">
                  <a:solidFill>
                    <a:srgbClr val="3777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media</a:t>
              </a:r>
              <a:r>
                <a:rPr lang="en-US" b="true" sz="2200" spc="-131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)</a:t>
              </a:r>
            </a:p>
            <a:p>
              <a:pPr algn="l">
                <a:lnSpc>
                  <a:spcPts val="2640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28659" y="179552"/>
              <a:ext cx="8233933" cy="495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147">
                  <a:solidFill>
                    <a:srgbClr val="000000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Usando WHILE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9D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89958" y="9327196"/>
            <a:ext cx="6908084" cy="4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6"/>
              </a:lnSpc>
            </a:pPr>
            <a:r>
              <a:rPr lang="en-US" sz="3188" b="true">
                <a:solidFill>
                  <a:srgbClr val="F2EFEB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CODELAB TEEN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3845" y="-85725"/>
            <a:ext cx="12880309" cy="24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19"/>
              </a:lnSpc>
            </a:pPr>
            <a:r>
              <a:rPr lang="en-US" sz="12766" i="true" spc="-1314">
                <a:solidFill>
                  <a:srgbClr val="F2EFEB"/>
                </a:solidFill>
                <a:latin typeface="Bugaki Italics"/>
                <a:ea typeface="Bugaki Italics"/>
                <a:cs typeface="Bugaki Italics"/>
                <a:sym typeface="Bugaki Italics"/>
              </a:rPr>
              <a:t>OBRIGADO!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-82000"/>
            <a:ext cx="2397565" cy="1010011"/>
            <a:chOff x="0" y="0"/>
            <a:chExt cx="3196753" cy="13466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96717" cy="1346708"/>
            </a:xfrm>
            <a:custGeom>
              <a:avLst/>
              <a:gdLst/>
              <a:ahLst/>
              <a:cxnLst/>
              <a:rect r="r" b="b" t="t" l="l"/>
              <a:pathLst>
                <a:path h="1346708" w="3196717">
                  <a:moveTo>
                    <a:pt x="0" y="0"/>
                  </a:moveTo>
                  <a:lnTo>
                    <a:pt x="3196717" y="0"/>
                  </a:lnTo>
                  <a:lnTo>
                    <a:pt x="3196717" y="1346708"/>
                  </a:lnTo>
                  <a:lnTo>
                    <a:pt x="0" y="134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7859" r="-1" b="-11785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55964" y="8276808"/>
            <a:ext cx="8576072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2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https://forms.gle/Q1BYFnKxjyKuCC647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12237" y="2700980"/>
            <a:ext cx="13263525" cy="1098807"/>
          </a:xfrm>
          <a:custGeom>
            <a:avLst/>
            <a:gdLst/>
            <a:ahLst/>
            <a:cxnLst/>
            <a:rect r="r" b="b" t="t" l="l"/>
            <a:pathLst>
              <a:path h="1098807" w="13263525">
                <a:moveTo>
                  <a:pt x="0" y="0"/>
                </a:moveTo>
                <a:lnTo>
                  <a:pt x="13263526" y="0"/>
                </a:lnTo>
                <a:lnTo>
                  <a:pt x="13263526" y="1098808"/>
                </a:lnTo>
                <a:lnTo>
                  <a:pt x="0" y="1098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8037" y="2983684"/>
            <a:ext cx="1229192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300" spc="-198">
                <a:solidFill>
                  <a:srgbClr val="00000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Contem para a gente o que acharam da aula de hoje: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6675120" y="3591510"/>
            <a:ext cx="4937760" cy="4937760"/>
            <a:chOff x="0" y="0"/>
            <a:chExt cx="6583680" cy="65836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DAG0_G6tTE4</dc:identifier>
  <dcterms:modified xsi:type="dcterms:W3CDTF">2011-08-01T06:04:30Z</dcterms:modified>
  <cp:revision>1</cp:revision>
  <dc:title>Listas e Ferramentas de controle de fluxo - Aula 4</dc:title>
</cp:coreProperties>
</file>