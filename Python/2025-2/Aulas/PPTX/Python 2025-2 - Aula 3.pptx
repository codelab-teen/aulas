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ugaki Italics" charset="1" panose="00000000000000000000"/>
      <p:regular r:id="rId26"/>
    </p:embeddedFont>
    <p:embeddedFont>
      <p:font typeface="Space Mono Bold" charset="1" panose="02000809030000020004"/>
      <p:regular r:id="rId27"/>
    </p:embeddedFont>
    <p:embeddedFont>
      <p:font typeface="Space Mono" charset="1" panose="02000509040000020004"/>
      <p:regular r:id="rId28"/>
    </p:embeddedFont>
    <p:embeddedFont>
      <p:font typeface="Open Sans Bold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7989" y="3374177"/>
            <a:ext cx="6652022" cy="6028784"/>
          </a:xfrm>
          <a:custGeom>
            <a:avLst/>
            <a:gdLst/>
            <a:ahLst/>
            <a:cxnLst/>
            <a:rect r="r" b="b" t="t" l="l"/>
            <a:pathLst>
              <a:path h="6028784" w="6652022">
                <a:moveTo>
                  <a:pt x="0" y="0"/>
                </a:moveTo>
                <a:lnTo>
                  <a:pt x="6652022" y="0"/>
                </a:lnTo>
                <a:lnTo>
                  <a:pt x="6652022" y="6028784"/>
                </a:lnTo>
                <a:lnTo>
                  <a:pt x="0" y="602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85009">
            <a:off x="1092347" y="1274081"/>
            <a:ext cx="4021282" cy="5143500"/>
          </a:xfrm>
          <a:custGeom>
            <a:avLst/>
            <a:gdLst/>
            <a:ahLst/>
            <a:cxnLst/>
            <a:rect r="r" b="b" t="t" l="l"/>
            <a:pathLst>
              <a:path h="5143500" w="4021282">
                <a:moveTo>
                  <a:pt x="0" y="0"/>
                </a:moveTo>
                <a:lnTo>
                  <a:pt x="4021282" y="0"/>
                </a:lnTo>
                <a:lnTo>
                  <a:pt x="40212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" t="0" r="-3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9917">
            <a:off x="13831111" y="4077263"/>
            <a:ext cx="3104804" cy="4114800"/>
          </a:xfrm>
          <a:custGeom>
            <a:avLst/>
            <a:gdLst/>
            <a:ahLst/>
            <a:cxnLst/>
            <a:rect r="r" b="b" t="t" l="l"/>
            <a:pathLst>
              <a:path h="4114800" w="3104804">
                <a:moveTo>
                  <a:pt x="0" y="0"/>
                </a:moveTo>
                <a:lnTo>
                  <a:pt x="3104804" y="0"/>
                </a:lnTo>
                <a:lnTo>
                  <a:pt x="3104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7633" y="1867390"/>
            <a:ext cx="13357297" cy="5831260"/>
          </a:xfrm>
          <a:custGeom>
            <a:avLst/>
            <a:gdLst/>
            <a:ahLst/>
            <a:cxnLst/>
            <a:rect r="r" b="b" t="t" l="l"/>
            <a:pathLst>
              <a:path h="5831260" w="13357297">
                <a:moveTo>
                  <a:pt x="0" y="0"/>
                </a:moveTo>
                <a:lnTo>
                  <a:pt x="13357298" y="0"/>
                </a:lnTo>
                <a:lnTo>
                  <a:pt x="13357298" y="5831261"/>
                </a:lnTo>
                <a:lnTo>
                  <a:pt x="0" y="58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625148">
            <a:off x="1548436" y="1767823"/>
            <a:ext cx="3624249" cy="1526770"/>
            <a:chOff x="0" y="0"/>
            <a:chExt cx="4832332" cy="2035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2350" cy="2035683"/>
            </a:xfrm>
            <a:custGeom>
              <a:avLst/>
              <a:gdLst/>
              <a:ahLst/>
              <a:cxnLst/>
              <a:rect r="r" b="b" t="t" l="l"/>
              <a:pathLst>
                <a:path h="203568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035683"/>
                  </a:lnTo>
                  <a:lnTo>
                    <a:pt x="0" y="203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862" r="0" b="-1178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1057456">
            <a:off x="13459709" y="7291099"/>
            <a:ext cx="1894937" cy="1884601"/>
          </a:xfrm>
          <a:custGeom>
            <a:avLst/>
            <a:gdLst/>
            <a:ahLst/>
            <a:cxnLst/>
            <a:rect r="r" b="b" t="t" l="l"/>
            <a:pathLst>
              <a:path h="1884601" w="1894937">
                <a:moveTo>
                  <a:pt x="0" y="0"/>
                </a:moveTo>
                <a:lnTo>
                  <a:pt x="1894937" y="0"/>
                </a:lnTo>
                <a:lnTo>
                  <a:pt x="1894937" y="1884601"/>
                </a:lnTo>
                <a:lnTo>
                  <a:pt x="0" y="1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4" r="0" b="-27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5679535"/>
            <a:ext cx="2737850" cy="2737850"/>
            <a:chOff x="0" y="0"/>
            <a:chExt cx="3650467" cy="3650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0488" cy="3650488"/>
            </a:xfrm>
            <a:custGeom>
              <a:avLst/>
              <a:gdLst/>
              <a:ahLst/>
              <a:cxnLst/>
              <a:rect r="r" b="b" t="t" l="l"/>
              <a:pathLst>
                <a:path h="3650488" w="3650488">
                  <a:moveTo>
                    <a:pt x="0" y="0"/>
                  </a:moveTo>
                  <a:lnTo>
                    <a:pt x="3650488" y="0"/>
                  </a:lnTo>
                  <a:lnTo>
                    <a:pt x="3650488" y="3650488"/>
                  </a:lnTo>
                  <a:lnTo>
                    <a:pt x="0" y="3650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-582495">
            <a:off x="1721831" y="3188368"/>
            <a:ext cx="14872554" cy="387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5"/>
              </a:lnSpc>
            </a:pPr>
            <a:r>
              <a:rPr lang="en-US" sz="16593" i="true" spc="-170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PYTHON</a:t>
            </a:r>
          </a:p>
          <a:p>
            <a:pPr algn="ctr">
              <a:lnSpc>
                <a:spcPts val="11640"/>
              </a:lnSpc>
            </a:pPr>
            <a:r>
              <a:rPr lang="en-US" sz="12000" i="true" spc="-1236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AULA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7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11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0" y="0"/>
                </a:moveTo>
                <a:lnTo>
                  <a:pt x="2478375" y="0"/>
                </a:lnTo>
                <a:lnTo>
                  <a:pt x="2478375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3307" y="381000"/>
            <a:ext cx="12718638" cy="25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4"/>
              </a:lnSpc>
            </a:pPr>
            <a:r>
              <a:rPr lang="en-US" sz="11161" i="true" spc="-114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BEM - VINDOS!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26237" y="1860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428704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2478375" y="0"/>
                </a:moveTo>
                <a:lnTo>
                  <a:pt x="0" y="0"/>
                </a:lnTo>
                <a:lnTo>
                  <a:pt x="0" y="2621358"/>
                </a:lnTo>
                <a:lnTo>
                  <a:pt x="2478375" y="2621358"/>
                </a:lnTo>
                <a:lnTo>
                  <a:pt x="2478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0204" y="3467297"/>
            <a:ext cx="16447591" cy="5899499"/>
          </a:xfrm>
          <a:custGeom>
            <a:avLst/>
            <a:gdLst/>
            <a:ahLst/>
            <a:cxnLst/>
            <a:rect r="r" b="b" t="t" l="l"/>
            <a:pathLst>
              <a:path h="5899499" w="16447591">
                <a:moveTo>
                  <a:pt x="0" y="0"/>
                </a:moveTo>
                <a:lnTo>
                  <a:pt x="16447592" y="0"/>
                </a:lnTo>
                <a:lnTo>
                  <a:pt x="16447592" y="5899499"/>
                </a:lnTo>
                <a:lnTo>
                  <a:pt x="0" y="589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4154" y="3069377"/>
            <a:ext cx="6579691" cy="1306319"/>
          </a:xfrm>
          <a:custGeom>
            <a:avLst/>
            <a:gdLst/>
            <a:ahLst/>
            <a:cxnLst/>
            <a:rect r="r" b="b" t="t" l="l"/>
            <a:pathLst>
              <a:path h="1306319" w="6579691">
                <a:moveTo>
                  <a:pt x="0" y="0"/>
                </a:moveTo>
                <a:lnTo>
                  <a:pt x="6579692" y="0"/>
                </a:lnTo>
                <a:lnTo>
                  <a:pt x="6579692" y="1306319"/>
                </a:lnTo>
                <a:lnTo>
                  <a:pt x="0" y="130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5916" y="5143500"/>
            <a:ext cx="15516169" cy="304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036" indent="-382012" lvl="2">
              <a:lnSpc>
                <a:spcPts val="6016"/>
              </a:lnSpc>
              <a:buFont typeface="Arial"/>
              <a:buChar char="⚬"/>
            </a:pP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veremos as </a:t>
            </a:r>
            <a:r>
              <a:rPr lang="en-US" b="true" sz="5012" spc="-299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operações básicas</a:t>
            </a: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adição, subtração, multiplicação, divisão e módulo e por fim a parte de </a:t>
            </a:r>
            <a:r>
              <a:rPr lang="en-US" b="true" sz="5012" spc="-299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</a:t>
            </a: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1860" y="3441814"/>
            <a:ext cx="5464280" cy="6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</a:pPr>
            <a:r>
              <a:rPr lang="en-US" b="true" sz="4213" spc="-251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69170" y="3199251"/>
            <a:ext cx="12549659" cy="4261999"/>
            <a:chOff x="0" y="0"/>
            <a:chExt cx="3305260" cy="1122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5260" cy="1122502"/>
            </a:xfrm>
            <a:custGeom>
              <a:avLst/>
              <a:gdLst/>
              <a:ahLst/>
              <a:cxnLst/>
              <a:rect r="r" b="b" t="t" l="l"/>
              <a:pathLst>
                <a:path h="1122502" w="3305260">
                  <a:moveTo>
                    <a:pt x="31462" y="0"/>
                  </a:moveTo>
                  <a:lnTo>
                    <a:pt x="3273798" y="0"/>
                  </a:lnTo>
                  <a:cubicBezTo>
                    <a:pt x="3291174" y="0"/>
                    <a:pt x="3305260" y="14086"/>
                    <a:pt x="3305260" y="31462"/>
                  </a:cubicBezTo>
                  <a:lnTo>
                    <a:pt x="3305260" y="1091040"/>
                  </a:lnTo>
                  <a:cubicBezTo>
                    <a:pt x="3305260" y="1108416"/>
                    <a:pt x="3291174" y="1122502"/>
                    <a:pt x="3273798" y="1122502"/>
                  </a:cubicBezTo>
                  <a:lnTo>
                    <a:pt x="31462" y="1122502"/>
                  </a:lnTo>
                  <a:cubicBezTo>
                    <a:pt x="14086" y="1122502"/>
                    <a:pt x="0" y="1108416"/>
                    <a:pt x="0" y="1091040"/>
                  </a:cubicBezTo>
                  <a:lnTo>
                    <a:pt x="0" y="31462"/>
                  </a:lnTo>
                  <a:cubicBezTo>
                    <a:pt x="0" y="14086"/>
                    <a:pt x="14086" y="0"/>
                    <a:pt x="3146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05260" cy="1160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10316" y="3621536"/>
            <a:ext cx="14390142" cy="466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-206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vamos ver: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b="true" sz="3500" spc="-206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Adição (+)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b="true" sz="3500" spc="-206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Subtração (-)</a:t>
            </a:r>
            <a:r>
              <a:rPr lang="en-US" b="true" sz="3500" spc="-206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b="true" sz="3500" spc="-206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Multiplicação (*)</a:t>
            </a:r>
            <a:r>
              <a:rPr lang="en-US" b="true" sz="3500" spc="-206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b="true" sz="3500" spc="-206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Divisão (/)</a:t>
            </a:r>
            <a:r>
              <a:rPr lang="en-US" b="true" sz="3500" spc="-206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b="true" sz="3500" spc="-206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Resto da divisão (%)</a:t>
            </a:r>
            <a:r>
              <a:rPr lang="en-US" b="true" sz="3500" spc="-206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</a:p>
          <a:p>
            <a:pPr algn="l">
              <a:lnSpc>
                <a:spcPts val="3286"/>
              </a:lnSpc>
            </a:pPr>
          </a:p>
          <a:p>
            <a:pPr algn="l">
              <a:lnSpc>
                <a:spcPts val="3286"/>
              </a:lnSpc>
            </a:pPr>
          </a:p>
          <a:p>
            <a:pPr algn="l">
              <a:lnSpc>
                <a:spcPts val="328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87115" y="771525"/>
            <a:ext cx="14713770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Operações básicas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5036" y="1806860"/>
            <a:ext cx="19679874" cy="948513"/>
            <a:chOff x="0" y="0"/>
            <a:chExt cx="5183177" cy="249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83177" cy="249814"/>
            </a:xfrm>
            <a:custGeom>
              <a:avLst/>
              <a:gdLst/>
              <a:ahLst/>
              <a:cxnLst/>
              <a:rect r="r" b="b" t="t" l="l"/>
              <a:pathLst>
                <a:path h="249814" w="5183177">
                  <a:moveTo>
                    <a:pt x="20063" y="0"/>
                  </a:moveTo>
                  <a:lnTo>
                    <a:pt x="5163114" y="0"/>
                  </a:lnTo>
                  <a:cubicBezTo>
                    <a:pt x="5168435" y="0"/>
                    <a:pt x="5173538" y="2114"/>
                    <a:pt x="5177300" y="5876"/>
                  </a:cubicBezTo>
                  <a:cubicBezTo>
                    <a:pt x="5181063" y="9639"/>
                    <a:pt x="5183177" y="14742"/>
                    <a:pt x="5183177" y="20063"/>
                  </a:cubicBezTo>
                  <a:lnTo>
                    <a:pt x="5183177" y="229751"/>
                  </a:lnTo>
                  <a:cubicBezTo>
                    <a:pt x="5183177" y="240832"/>
                    <a:pt x="5174194" y="249814"/>
                    <a:pt x="5163114" y="249814"/>
                  </a:cubicBezTo>
                  <a:lnTo>
                    <a:pt x="20063" y="249814"/>
                  </a:lnTo>
                  <a:cubicBezTo>
                    <a:pt x="14742" y="249814"/>
                    <a:pt x="9639" y="247700"/>
                    <a:pt x="5876" y="243938"/>
                  </a:cubicBezTo>
                  <a:cubicBezTo>
                    <a:pt x="2114" y="240175"/>
                    <a:pt x="0" y="235072"/>
                    <a:pt x="0" y="229751"/>
                  </a:cubicBezTo>
                  <a:lnTo>
                    <a:pt x="0" y="20063"/>
                  </a:lnTo>
                  <a:cubicBezTo>
                    <a:pt x="0" y="14742"/>
                    <a:pt x="2114" y="9639"/>
                    <a:pt x="5876" y="5876"/>
                  </a:cubicBezTo>
                  <a:cubicBezTo>
                    <a:pt x="9639" y="2114"/>
                    <a:pt x="14742" y="0"/>
                    <a:pt x="2006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83177" cy="28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80882" y="2042991"/>
            <a:ext cx="148244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Adiçã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(+):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somar 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valores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ADIÇÃO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1836" y="3408312"/>
            <a:ext cx="5218978" cy="2403871"/>
            <a:chOff x="0" y="0"/>
            <a:chExt cx="6958637" cy="320516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496579"/>
              <a:ext cx="3829572" cy="2110606"/>
              <a:chOff x="0" y="0"/>
              <a:chExt cx="854152" cy="4707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54152" cy="470752"/>
              </a:xfrm>
              <a:custGeom>
                <a:avLst/>
                <a:gdLst/>
                <a:ahLst/>
                <a:cxnLst/>
                <a:rect r="r" b="b" t="t" l="l"/>
                <a:pathLst>
                  <a:path h="470752" w="854152">
                    <a:moveTo>
                      <a:pt x="137470" y="0"/>
                    </a:moveTo>
                    <a:lnTo>
                      <a:pt x="716682" y="0"/>
                    </a:lnTo>
                    <a:cubicBezTo>
                      <a:pt x="753141" y="0"/>
                      <a:pt x="788107" y="14483"/>
                      <a:pt x="813888" y="40264"/>
                    </a:cubicBezTo>
                    <a:cubicBezTo>
                      <a:pt x="839669" y="66045"/>
                      <a:pt x="854152" y="101011"/>
                      <a:pt x="854152" y="137470"/>
                    </a:cubicBezTo>
                    <a:lnTo>
                      <a:pt x="854152" y="333282"/>
                    </a:lnTo>
                    <a:cubicBezTo>
                      <a:pt x="854152" y="369741"/>
                      <a:pt x="839669" y="404707"/>
                      <a:pt x="813888" y="430488"/>
                    </a:cubicBezTo>
                    <a:cubicBezTo>
                      <a:pt x="788107" y="456268"/>
                      <a:pt x="753141" y="470752"/>
                      <a:pt x="716682" y="470752"/>
                    </a:cubicBezTo>
                    <a:lnTo>
                      <a:pt x="137470" y="470752"/>
                    </a:lnTo>
                    <a:cubicBezTo>
                      <a:pt x="101011" y="470752"/>
                      <a:pt x="66045" y="456268"/>
                      <a:pt x="40264" y="430488"/>
                    </a:cubicBezTo>
                    <a:cubicBezTo>
                      <a:pt x="14483" y="404707"/>
                      <a:pt x="0" y="369741"/>
                      <a:pt x="0" y="333282"/>
                    </a:cubicBezTo>
                    <a:lnTo>
                      <a:pt x="0" y="137470"/>
                    </a:lnTo>
                    <a:cubicBezTo>
                      <a:pt x="0" y="101011"/>
                      <a:pt x="14483" y="66045"/>
                      <a:pt x="40264" y="40264"/>
                    </a:cubicBezTo>
                    <a:cubicBezTo>
                      <a:pt x="66045" y="14483"/>
                      <a:pt x="101011" y="0"/>
                      <a:pt x="13747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54152" cy="508852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35996" y="995380"/>
              <a:ext cx="3468177" cy="2209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soma1 = 2 + 3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print(soma1)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Freeform 20" id="20"/>
            <p:cNvSpPr/>
            <p:nvPr/>
          </p:nvSpPr>
          <p:spPr>
            <a:xfrm flipH="false" flipV="true" rot="0">
              <a:off x="516494" y="2172092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1331110" y="2340243"/>
              <a:ext cx="1985324" cy="533885"/>
              <a:chOff x="0" y="0"/>
              <a:chExt cx="712711" cy="19165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12711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712711">
                    <a:moveTo>
                      <a:pt x="95830" y="0"/>
                    </a:moveTo>
                    <a:lnTo>
                      <a:pt x="616882" y="0"/>
                    </a:lnTo>
                    <a:cubicBezTo>
                      <a:pt x="642297" y="0"/>
                      <a:pt x="666672" y="10096"/>
                      <a:pt x="684643" y="28068"/>
                    </a:cubicBezTo>
                    <a:cubicBezTo>
                      <a:pt x="702615" y="46039"/>
                      <a:pt x="712711" y="70414"/>
                      <a:pt x="712711" y="95830"/>
                    </a:cubicBezTo>
                    <a:lnTo>
                      <a:pt x="712711" y="95830"/>
                    </a:lnTo>
                    <a:cubicBezTo>
                      <a:pt x="712711" y="148755"/>
                      <a:pt x="669807" y="191659"/>
                      <a:pt x="6168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712711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559751" y="2433629"/>
              <a:ext cx="191956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5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1:Números inteiros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74299" y="3408312"/>
            <a:ext cx="6011856" cy="2278513"/>
            <a:chOff x="0" y="0"/>
            <a:chExt cx="8015809" cy="3038017"/>
          </a:xfrm>
        </p:grpSpPr>
        <p:sp>
          <p:nvSpPr>
            <p:cNvPr name="Freeform 27" id="27"/>
            <p:cNvSpPr/>
            <p:nvPr/>
          </p:nvSpPr>
          <p:spPr>
            <a:xfrm flipH="false" flipV="true" rot="0">
              <a:off x="712900" y="1414432"/>
              <a:ext cx="627069" cy="642324"/>
            </a:xfrm>
            <a:custGeom>
              <a:avLst/>
              <a:gdLst/>
              <a:ahLst/>
              <a:cxnLst/>
              <a:rect r="r" b="b" t="t" l="l"/>
              <a:pathLst>
                <a:path h="642324" w="627069">
                  <a:moveTo>
                    <a:pt x="0" y="642325"/>
                  </a:moveTo>
                  <a:lnTo>
                    <a:pt x="627069" y="642325"/>
                  </a:lnTo>
                  <a:lnTo>
                    <a:pt x="627069" y="0"/>
                  </a:lnTo>
                  <a:lnTo>
                    <a:pt x="0" y="0"/>
                  </a:lnTo>
                  <a:lnTo>
                    <a:pt x="0" y="642325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0" y="527723"/>
              <a:ext cx="4654096" cy="2058476"/>
              <a:chOff x="0" y="0"/>
              <a:chExt cx="1079447" cy="47743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79447" cy="477432"/>
              </a:xfrm>
              <a:custGeom>
                <a:avLst/>
                <a:gdLst/>
                <a:ahLst/>
                <a:cxnLst/>
                <a:rect r="r" b="b" t="t" l="l"/>
                <a:pathLst>
                  <a:path h="477432" w="1079447">
                    <a:moveTo>
                      <a:pt x="113116" y="0"/>
                    </a:moveTo>
                    <a:lnTo>
                      <a:pt x="966331" y="0"/>
                    </a:lnTo>
                    <a:cubicBezTo>
                      <a:pt x="996331" y="0"/>
                      <a:pt x="1025103" y="11917"/>
                      <a:pt x="1046316" y="33131"/>
                    </a:cubicBezTo>
                    <a:cubicBezTo>
                      <a:pt x="1067529" y="54344"/>
                      <a:pt x="1079447" y="83115"/>
                      <a:pt x="1079447" y="113116"/>
                    </a:cubicBezTo>
                    <a:lnTo>
                      <a:pt x="1079447" y="364317"/>
                    </a:lnTo>
                    <a:cubicBezTo>
                      <a:pt x="1079447" y="394317"/>
                      <a:pt x="1067529" y="423088"/>
                      <a:pt x="1046316" y="444302"/>
                    </a:cubicBezTo>
                    <a:cubicBezTo>
                      <a:pt x="1025103" y="465515"/>
                      <a:pt x="996331" y="477432"/>
                      <a:pt x="966331" y="477432"/>
                    </a:cubicBezTo>
                    <a:lnTo>
                      <a:pt x="113116" y="477432"/>
                    </a:lnTo>
                    <a:cubicBezTo>
                      <a:pt x="83115" y="477432"/>
                      <a:pt x="54344" y="465515"/>
                      <a:pt x="33131" y="444302"/>
                    </a:cubicBezTo>
                    <a:cubicBezTo>
                      <a:pt x="11917" y="423088"/>
                      <a:pt x="0" y="394317"/>
                      <a:pt x="0" y="364317"/>
                    </a:cubicBezTo>
                    <a:lnTo>
                      <a:pt x="0" y="113116"/>
                    </a:lnTo>
                    <a:cubicBezTo>
                      <a:pt x="0" y="83115"/>
                      <a:pt x="11917" y="54344"/>
                      <a:pt x="33131" y="33131"/>
                    </a:cubicBezTo>
                    <a:cubicBezTo>
                      <a:pt x="54344" y="11917"/>
                      <a:pt x="83115" y="0"/>
                      <a:pt x="11311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79447" cy="515532"/>
              </a:xfrm>
              <a:prstGeom prst="rect">
                <a:avLst/>
              </a:prstGeom>
            </p:spPr>
            <p:txBody>
              <a:bodyPr anchor="ctr" rtlCol="false" tIns="65545" lIns="65545" bIns="65545" rIns="6554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6972230" cy="890423"/>
              <a:chOff x="0" y="0"/>
              <a:chExt cx="1617103" cy="20652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17103" cy="206520"/>
              </a:xfrm>
              <a:custGeom>
                <a:avLst/>
                <a:gdLst/>
                <a:ahLst/>
                <a:cxnLst/>
                <a:rect r="r" b="b" t="t" l="l"/>
                <a:pathLst>
                  <a:path h="206520" w="1617103">
                    <a:moveTo>
                      <a:pt x="75507" y="0"/>
                    </a:moveTo>
                    <a:lnTo>
                      <a:pt x="1541596" y="0"/>
                    </a:lnTo>
                    <a:cubicBezTo>
                      <a:pt x="1561622" y="0"/>
                      <a:pt x="1580827" y="7955"/>
                      <a:pt x="1594988" y="22115"/>
                    </a:cubicBezTo>
                    <a:cubicBezTo>
                      <a:pt x="1609148" y="36276"/>
                      <a:pt x="1617103" y="55481"/>
                      <a:pt x="1617103" y="75507"/>
                    </a:cubicBezTo>
                    <a:lnTo>
                      <a:pt x="1617103" y="131013"/>
                    </a:lnTo>
                    <a:cubicBezTo>
                      <a:pt x="1617103" y="151039"/>
                      <a:pt x="1609148" y="170244"/>
                      <a:pt x="1594988" y="184405"/>
                    </a:cubicBezTo>
                    <a:cubicBezTo>
                      <a:pt x="1580827" y="198565"/>
                      <a:pt x="1561622" y="206520"/>
                      <a:pt x="1541596" y="206520"/>
                    </a:cubicBezTo>
                    <a:lnTo>
                      <a:pt x="75507" y="206520"/>
                    </a:lnTo>
                    <a:cubicBezTo>
                      <a:pt x="55481" y="206520"/>
                      <a:pt x="36276" y="198565"/>
                      <a:pt x="22115" y="184405"/>
                    </a:cubicBezTo>
                    <a:cubicBezTo>
                      <a:pt x="7955" y="170244"/>
                      <a:pt x="0" y="151039"/>
                      <a:pt x="0" y="131013"/>
                    </a:cubicBezTo>
                    <a:lnTo>
                      <a:pt x="0" y="75507"/>
                    </a:lnTo>
                    <a:cubicBezTo>
                      <a:pt x="0" y="55481"/>
                      <a:pt x="7955" y="36276"/>
                      <a:pt x="22115" y="22115"/>
                    </a:cubicBezTo>
                    <a:cubicBezTo>
                      <a:pt x="36276" y="7955"/>
                      <a:pt x="55481" y="0"/>
                      <a:pt x="75507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617103" cy="244620"/>
              </a:xfrm>
              <a:prstGeom prst="rect">
                <a:avLst/>
              </a:prstGeom>
            </p:spPr>
            <p:txBody>
              <a:bodyPr anchor="ctr" rtlCol="false" tIns="43265" lIns="43265" bIns="43265" rIns="4326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23112" y="1007396"/>
              <a:ext cx="4330984" cy="1993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soma2 = 2.5 + 3.7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print(soma2)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1170001" y="2395693"/>
              <a:ext cx="3242893" cy="642324"/>
              <a:chOff x="0" y="0"/>
              <a:chExt cx="1210587" cy="23978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10587" cy="239783"/>
              </a:xfrm>
              <a:custGeom>
                <a:avLst/>
                <a:gdLst/>
                <a:ahLst/>
                <a:cxnLst/>
                <a:rect r="r" b="b" t="t" l="l"/>
                <a:pathLst>
                  <a:path h="239783" w="1210587">
                    <a:moveTo>
                      <a:pt x="119891" y="0"/>
                    </a:moveTo>
                    <a:lnTo>
                      <a:pt x="1090696" y="0"/>
                    </a:lnTo>
                    <a:cubicBezTo>
                      <a:pt x="1122493" y="0"/>
                      <a:pt x="1152988" y="12631"/>
                      <a:pt x="1175472" y="35115"/>
                    </a:cubicBezTo>
                    <a:cubicBezTo>
                      <a:pt x="1197956" y="57599"/>
                      <a:pt x="1210587" y="88094"/>
                      <a:pt x="1210587" y="119891"/>
                    </a:cubicBezTo>
                    <a:lnTo>
                      <a:pt x="1210587" y="119891"/>
                    </a:lnTo>
                    <a:cubicBezTo>
                      <a:pt x="1210587" y="151688"/>
                      <a:pt x="1197956" y="182183"/>
                      <a:pt x="1175472" y="204667"/>
                    </a:cubicBezTo>
                    <a:cubicBezTo>
                      <a:pt x="1152988" y="227151"/>
                      <a:pt x="1122493" y="239783"/>
                      <a:pt x="1090696" y="239783"/>
                    </a:cubicBezTo>
                    <a:lnTo>
                      <a:pt x="119891" y="239783"/>
                    </a:lnTo>
                    <a:cubicBezTo>
                      <a:pt x="88094" y="239783"/>
                      <a:pt x="57599" y="227151"/>
                      <a:pt x="35115" y="204667"/>
                    </a:cubicBezTo>
                    <a:cubicBezTo>
                      <a:pt x="12631" y="182183"/>
                      <a:pt x="0" y="151688"/>
                      <a:pt x="0" y="119891"/>
                    </a:cubicBezTo>
                    <a:lnTo>
                      <a:pt x="0" y="119891"/>
                    </a:lnTo>
                    <a:cubicBezTo>
                      <a:pt x="0" y="88094"/>
                      <a:pt x="12631" y="57599"/>
                      <a:pt x="35115" y="35115"/>
                    </a:cubicBezTo>
                    <a:cubicBezTo>
                      <a:pt x="57599" y="12631"/>
                      <a:pt x="88094" y="0"/>
                      <a:pt x="11989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210587" cy="277883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776448" y="2503323"/>
              <a:ext cx="263644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6.2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58544" y="140412"/>
              <a:ext cx="765726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2:Números decimais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589810" y="3408312"/>
            <a:ext cx="5073121" cy="2965227"/>
            <a:chOff x="0" y="0"/>
            <a:chExt cx="6764161" cy="3953636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163357"/>
              <a:ext cx="6510852" cy="3065904"/>
              <a:chOff x="0" y="0"/>
              <a:chExt cx="1545034" cy="72754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545034" cy="727543"/>
              </a:xfrm>
              <a:custGeom>
                <a:avLst/>
                <a:gdLst/>
                <a:ahLst/>
                <a:cxnLst/>
                <a:rect r="r" b="b" t="t" l="l"/>
                <a:pathLst>
                  <a:path h="727543" w="1545034">
                    <a:moveTo>
                      <a:pt x="80857" y="0"/>
                    </a:moveTo>
                    <a:lnTo>
                      <a:pt x="1464176" y="0"/>
                    </a:lnTo>
                    <a:cubicBezTo>
                      <a:pt x="1508833" y="0"/>
                      <a:pt x="1545034" y="36201"/>
                      <a:pt x="1545034" y="80857"/>
                    </a:cubicBezTo>
                    <a:lnTo>
                      <a:pt x="1545034" y="646686"/>
                    </a:lnTo>
                    <a:cubicBezTo>
                      <a:pt x="1545034" y="691342"/>
                      <a:pt x="1508833" y="727543"/>
                      <a:pt x="1464176" y="727543"/>
                    </a:cubicBezTo>
                    <a:lnTo>
                      <a:pt x="80857" y="727543"/>
                    </a:lnTo>
                    <a:cubicBezTo>
                      <a:pt x="36201" y="727543"/>
                      <a:pt x="0" y="691342"/>
                      <a:pt x="0" y="646686"/>
                    </a:cubicBezTo>
                    <a:lnTo>
                      <a:pt x="0" y="80857"/>
                    </a:lnTo>
                    <a:cubicBezTo>
                      <a:pt x="0" y="36201"/>
                      <a:pt x="36201" y="0"/>
                      <a:pt x="8085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545034" cy="765643"/>
              </a:xfrm>
              <a:prstGeom prst="rect">
                <a:avLst/>
              </a:prstGeom>
            </p:spPr>
            <p:txBody>
              <a:bodyPr anchor="ctr" rtlCol="false" tIns="64062" lIns="64062" bIns="64062" rIns="6406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6224039" cy="821236"/>
              <a:chOff x="0" y="0"/>
              <a:chExt cx="1476973" cy="1948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4769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476973">
                    <a:moveTo>
                      <a:pt x="84583" y="0"/>
                    </a:moveTo>
                    <a:lnTo>
                      <a:pt x="1392389" y="0"/>
                    </a:lnTo>
                    <a:cubicBezTo>
                      <a:pt x="1414822" y="0"/>
                      <a:pt x="1436336" y="8911"/>
                      <a:pt x="1452199" y="24774"/>
                    </a:cubicBezTo>
                    <a:cubicBezTo>
                      <a:pt x="1468061" y="40636"/>
                      <a:pt x="1476973" y="62151"/>
                      <a:pt x="1476973" y="84583"/>
                    </a:cubicBezTo>
                    <a:lnTo>
                      <a:pt x="1476973" y="110297"/>
                    </a:lnTo>
                    <a:cubicBezTo>
                      <a:pt x="1476973" y="132730"/>
                      <a:pt x="1468061" y="154244"/>
                      <a:pt x="1452199" y="170106"/>
                    </a:cubicBezTo>
                    <a:cubicBezTo>
                      <a:pt x="1436336" y="185969"/>
                      <a:pt x="1414822" y="194880"/>
                      <a:pt x="1392389" y="194880"/>
                    </a:cubicBezTo>
                    <a:lnTo>
                      <a:pt x="84583" y="194880"/>
                    </a:lnTo>
                    <a:cubicBezTo>
                      <a:pt x="62151" y="194880"/>
                      <a:pt x="40636" y="185969"/>
                      <a:pt x="24774" y="170106"/>
                    </a:cubicBezTo>
                    <a:cubicBezTo>
                      <a:pt x="8911" y="154244"/>
                      <a:pt x="0" y="132730"/>
                      <a:pt x="0" y="110297"/>
                    </a:cubicBezTo>
                    <a:lnTo>
                      <a:pt x="0" y="84583"/>
                    </a:lnTo>
                    <a:cubicBezTo>
                      <a:pt x="0" y="62151"/>
                      <a:pt x="8911" y="40636"/>
                      <a:pt x="24774" y="24774"/>
                    </a:cubicBezTo>
                    <a:cubicBezTo>
                      <a:pt x="40636" y="8911"/>
                      <a:pt x="62151" y="0"/>
                      <a:pt x="84583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476973" cy="232980"/>
              </a:xfrm>
              <a:prstGeom prst="rect">
                <a:avLst/>
              </a:prstGeom>
            </p:spPr>
            <p:txBody>
              <a:bodyPr anchor="ctr" rtlCol="false" tIns="42286" lIns="42286" bIns="42286" rIns="422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54819" y="969151"/>
              <a:ext cx="6409342" cy="2984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macas = 4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bananas = 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frutas = macas + bananas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print(frutas)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sp>
          <p:nvSpPr>
            <p:cNvPr name="Freeform 48" id="48"/>
            <p:cNvSpPr/>
            <p:nvPr/>
          </p:nvSpPr>
          <p:spPr>
            <a:xfrm flipH="false" flipV="true" rot="0">
              <a:off x="2077669" y="2978360"/>
              <a:ext cx="612888" cy="627798"/>
            </a:xfrm>
            <a:custGeom>
              <a:avLst/>
              <a:gdLst/>
              <a:ahLst/>
              <a:cxnLst/>
              <a:rect r="r" b="b" t="t" l="l"/>
              <a:pathLst>
                <a:path h="627798" w="612888">
                  <a:moveTo>
                    <a:pt x="0" y="627798"/>
                  </a:moveTo>
                  <a:lnTo>
                    <a:pt x="612888" y="627798"/>
                  </a:lnTo>
                  <a:lnTo>
                    <a:pt x="612888" y="0"/>
                  </a:lnTo>
                  <a:lnTo>
                    <a:pt x="0" y="0"/>
                  </a:lnTo>
                  <a:lnTo>
                    <a:pt x="0" y="627798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2810950" y="3153102"/>
              <a:ext cx="2245546" cy="501802"/>
              <a:chOff x="0" y="0"/>
              <a:chExt cx="857669" cy="19165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57669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857669">
                    <a:moveTo>
                      <a:pt x="95830" y="0"/>
                    </a:moveTo>
                    <a:lnTo>
                      <a:pt x="761839" y="0"/>
                    </a:lnTo>
                    <a:cubicBezTo>
                      <a:pt x="814764" y="0"/>
                      <a:pt x="857669" y="42904"/>
                      <a:pt x="857669" y="95830"/>
                    </a:cubicBezTo>
                    <a:lnTo>
                      <a:pt x="857669" y="95830"/>
                    </a:lnTo>
                    <a:cubicBezTo>
                      <a:pt x="857669" y="148755"/>
                      <a:pt x="814764" y="191659"/>
                      <a:pt x="761839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57669" cy="229759"/>
              </a:xfrm>
              <a:prstGeom prst="rect">
                <a:avLst/>
              </a:prstGeom>
            </p:spPr>
            <p:txBody>
              <a:bodyPr anchor="ctr" rtlCol="false" tIns="26272" lIns="26272" bIns="26272" rIns="2627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031616" y="3199758"/>
              <a:ext cx="1804214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10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54819" y="162968"/>
              <a:ext cx="615603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3:Com variáveis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247113" y="7080500"/>
            <a:ext cx="5546007" cy="2177800"/>
            <a:chOff x="0" y="0"/>
            <a:chExt cx="7394676" cy="2903734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453909"/>
              <a:ext cx="6674458" cy="1754004"/>
              <a:chOff x="0" y="0"/>
              <a:chExt cx="1628623" cy="42799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628623" cy="427992"/>
              </a:xfrm>
              <a:custGeom>
                <a:avLst/>
                <a:gdLst/>
                <a:ahLst/>
                <a:cxnLst/>
                <a:rect r="r" b="b" t="t" l="l"/>
                <a:pathLst>
                  <a:path h="427992" w="1628623">
                    <a:moveTo>
                      <a:pt x="78875" y="0"/>
                    </a:moveTo>
                    <a:lnTo>
                      <a:pt x="1549747" y="0"/>
                    </a:lnTo>
                    <a:cubicBezTo>
                      <a:pt x="1570667" y="0"/>
                      <a:pt x="1590729" y="8310"/>
                      <a:pt x="1605521" y="23102"/>
                    </a:cubicBezTo>
                    <a:cubicBezTo>
                      <a:pt x="1620313" y="37894"/>
                      <a:pt x="1628623" y="57956"/>
                      <a:pt x="1628623" y="78875"/>
                    </a:cubicBezTo>
                    <a:lnTo>
                      <a:pt x="1628623" y="349116"/>
                    </a:lnTo>
                    <a:cubicBezTo>
                      <a:pt x="1628623" y="370035"/>
                      <a:pt x="1620313" y="390097"/>
                      <a:pt x="1605521" y="404889"/>
                    </a:cubicBezTo>
                    <a:cubicBezTo>
                      <a:pt x="1590729" y="419681"/>
                      <a:pt x="1570667" y="427992"/>
                      <a:pt x="1549747" y="427992"/>
                    </a:cubicBezTo>
                    <a:lnTo>
                      <a:pt x="78875" y="427992"/>
                    </a:lnTo>
                    <a:cubicBezTo>
                      <a:pt x="35314" y="427992"/>
                      <a:pt x="0" y="392678"/>
                      <a:pt x="0" y="349116"/>
                    </a:cubicBezTo>
                    <a:lnTo>
                      <a:pt x="0" y="78875"/>
                    </a:lnTo>
                    <a:cubicBezTo>
                      <a:pt x="0" y="57956"/>
                      <a:pt x="8310" y="37894"/>
                      <a:pt x="23102" y="23102"/>
                    </a:cubicBezTo>
                    <a:cubicBezTo>
                      <a:pt x="37894" y="8310"/>
                      <a:pt x="57956" y="0"/>
                      <a:pt x="7887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1628623" cy="466091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0"/>
              <a:ext cx="4633359" cy="798663"/>
              <a:chOff x="0" y="0"/>
              <a:chExt cx="1130578" cy="19488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130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130578">
                    <a:moveTo>
                      <a:pt x="97440" y="0"/>
                    </a:moveTo>
                    <a:lnTo>
                      <a:pt x="1033138" y="0"/>
                    </a:lnTo>
                    <a:cubicBezTo>
                      <a:pt x="1058980" y="0"/>
                      <a:pt x="1083765" y="10266"/>
                      <a:pt x="1102038" y="28540"/>
                    </a:cubicBezTo>
                    <a:cubicBezTo>
                      <a:pt x="1120312" y="46813"/>
                      <a:pt x="1130578" y="71597"/>
                      <a:pt x="1130578" y="97440"/>
                    </a:cubicBezTo>
                    <a:lnTo>
                      <a:pt x="1130578" y="97440"/>
                    </a:lnTo>
                    <a:cubicBezTo>
                      <a:pt x="1130578" y="123283"/>
                      <a:pt x="1120312" y="148067"/>
                      <a:pt x="1102038" y="166341"/>
                    </a:cubicBezTo>
                    <a:cubicBezTo>
                      <a:pt x="1083765" y="184614"/>
                      <a:pt x="1058980" y="194880"/>
                      <a:pt x="1033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66675"/>
                <a:ext cx="1130578" cy="261555"/>
              </a:xfrm>
              <a:prstGeom prst="rect">
                <a:avLst/>
              </a:prstGeom>
            </p:spPr>
            <p:txBody>
              <a:bodyPr anchor="ctr" rtlCol="false" tIns="41124" lIns="41124" bIns="41124" rIns="41124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307124" y="909848"/>
              <a:ext cx="7087552" cy="1993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mensagem = "Bom " + "dia!"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print(mensagem)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sp>
          <p:nvSpPr>
            <p:cNvPr name="Freeform 62" id="62"/>
            <p:cNvSpPr/>
            <p:nvPr/>
          </p:nvSpPr>
          <p:spPr>
            <a:xfrm flipH="false" flipV="true" rot="0">
              <a:off x="307124" y="2027640"/>
              <a:ext cx="596042" cy="610542"/>
            </a:xfrm>
            <a:custGeom>
              <a:avLst/>
              <a:gdLst/>
              <a:ahLst/>
              <a:cxnLst/>
              <a:rect r="r" b="b" t="t" l="l"/>
              <a:pathLst>
                <a:path h="610542" w="596042">
                  <a:moveTo>
                    <a:pt x="0" y="610543"/>
                  </a:moveTo>
                  <a:lnTo>
                    <a:pt x="596042" y="610543"/>
                  </a:lnTo>
                  <a:lnTo>
                    <a:pt x="596042" y="0"/>
                  </a:lnTo>
                  <a:lnTo>
                    <a:pt x="0" y="0"/>
                  </a:lnTo>
                  <a:lnTo>
                    <a:pt x="0" y="610543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3" id="63"/>
            <p:cNvGrpSpPr/>
            <p:nvPr/>
          </p:nvGrpSpPr>
          <p:grpSpPr>
            <a:xfrm rot="0">
              <a:off x="1043392" y="2249074"/>
              <a:ext cx="3340214" cy="574076"/>
              <a:chOff x="0" y="0"/>
              <a:chExt cx="1311826" cy="225461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311826" cy="225461"/>
              </a:xfrm>
              <a:custGeom>
                <a:avLst/>
                <a:gdLst/>
                <a:ahLst/>
                <a:cxnLst/>
                <a:rect r="r" b="b" t="t" l="l"/>
                <a:pathLst>
                  <a:path h="225461" w="1311826">
                    <a:moveTo>
                      <a:pt x="112730" y="0"/>
                    </a:moveTo>
                    <a:lnTo>
                      <a:pt x="1199095" y="0"/>
                    </a:lnTo>
                    <a:cubicBezTo>
                      <a:pt x="1228993" y="0"/>
                      <a:pt x="1257667" y="11877"/>
                      <a:pt x="1278808" y="33018"/>
                    </a:cubicBezTo>
                    <a:cubicBezTo>
                      <a:pt x="1299949" y="54159"/>
                      <a:pt x="1311826" y="82832"/>
                      <a:pt x="1311826" y="112730"/>
                    </a:cubicBezTo>
                    <a:lnTo>
                      <a:pt x="1311826" y="112730"/>
                    </a:lnTo>
                    <a:cubicBezTo>
                      <a:pt x="1311826" y="142628"/>
                      <a:pt x="1299949" y="171302"/>
                      <a:pt x="1278808" y="192443"/>
                    </a:cubicBezTo>
                    <a:cubicBezTo>
                      <a:pt x="1257667" y="213584"/>
                      <a:pt x="1228993" y="225461"/>
                      <a:pt x="1199095" y="225461"/>
                    </a:cubicBezTo>
                    <a:lnTo>
                      <a:pt x="112730" y="225461"/>
                    </a:lnTo>
                    <a:cubicBezTo>
                      <a:pt x="82832" y="225461"/>
                      <a:pt x="54159" y="213584"/>
                      <a:pt x="33018" y="192443"/>
                    </a:cubicBezTo>
                    <a:cubicBezTo>
                      <a:pt x="11877" y="171302"/>
                      <a:pt x="0" y="142628"/>
                      <a:pt x="0" y="112730"/>
                    </a:cubicBezTo>
                    <a:lnTo>
                      <a:pt x="0" y="112730"/>
                    </a:lnTo>
                    <a:cubicBezTo>
                      <a:pt x="0" y="82832"/>
                      <a:pt x="11877" y="54159"/>
                      <a:pt x="33018" y="33018"/>
                    </a:cubicBezTo>
                    <a:cubicBezTo>
                      <a:pt x="54159" y="11877"/>
                      <a:pt x="82832" y="0"/>
                      <a:pt x="1127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1311826" cy="263561"/>
              </a:xfrm>
              <a:prstGeom prst="rect">
                <a:avLst/>
              </a:prstGeom>
            </p:spPr>
            <p:txBody>
              <a:bodyPr anchor="ctr" rtlCol="false" tIns="25550" lIns="25550" bIns="25550" rIns="2555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1341063" y="2342145"/>
              <a:ext cx="347768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Bom dia!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275334" y="138823"/>
              <a:ext cx="435802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4:Strings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49595" y="7080500"/>
            <a:ext cx="5480430" cy="2155827"/>
            <a:chOff x="0" y="0"/>
            <a:chExt cx="7307240" cy="2874436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439293"/>
              <a:ext cx="6043343" cy="1718370"/>
              <a:chOff x="0" y="0"/>
              <a:chExt cx="1523690" cy="433247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523690" cy="433247"/>
              </a:xfrm>
              <a:custGeom>
                <a:avLst/>
                <a:gdLst/>
                <a:ahLst/>
                <a:cxnLst/>
                <a:rect r="r" b="b" t="t" l="l"/>
                <a:pathLst>
                  <a:path h="433247" w="1523690">
                    <a:moveTo>
                      <a:pt x="87112" y="0"/>
                    </a:moveTo>
                    <a:lnTo>
                      <a:pt x="1436577" y="0"/>
                    </a:lnTo>
                    <a:cubicBezTo>
                      <a:pt x="1484688" y="0"/>
                      <a:pt x="1523690" y="39002"/>
                      <a:pt x="1523690" y="87112"/>
                    </a:cubicBezTo>
                    <a:lnTo>
                      <a:pt x="1523690" y="346135"/>
                    </a:lnTo>
                    <a:cubicBezTo>
                      <a:pt x="1523690" y="394246"/>
                      <a:pt x="1484688" y="433247"/>
                      <a:pt x="1436577" y="433247"/>
                    </a:cubicBezTo>
                    <a:lnTo>
                      <a:pt x="87112" y="433247"/>
                    </a:lnTo>
                    <a:cubicBezTo>
                      <a:pt x="39002" y="433247"/>
                      <a:pt x="0" y="394246"/>
                      <a:pt x="0" y="346135"/>
                    </a:cubicBezTo>
                    <a:lnTo>
                      <a:pt x="0" y="87112"/>
                    </a:lnTo>
                    <a:cubicBezTo>
                      <a:pt x="0" y="39002"/>
                      <a:pt x="39002" y="0"/>
                      <a:pt x="8711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1523690" cy="471347"/>
              </a:xfrm>
              <a:prstGeom prst="rect">
                <a:avLst/>
              </a:prstGeom>
            </p:spPr>
            <p:txBody>
              <a:bodyPr anchor="ctr" rtlCol="false" tIns="60295" lIns="60295" bIns="60295" rIns="6029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0" y="0"/>
              <a:ext cx="4484161" cy="772946"/>
              <a:chOff x="0" y="0"/>
              <a:chExt cx="1130578" cy="19488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130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130578">
                    <a:moveTo>
                      <a:pt x="97440" y="0"/>
                    </a:moveTo>
                    <a:lnTo>
                      <a:pt x="1033138" y="0"/>
                    </a:lnTo>
                    <a:cubicBezTo>
                      <a:pt x="1058980" y="0"/>
                      <a:pt x="1083765" y="10266"/>
                      <a:pt x="1102038" y="28540"/>
                    </a:cubicBezTo>
                    <a:cubicBezTo>
                      <a:pt x="1120312" y="46813"/>
                      <a:pt x="1130578" y="71597"/>
                      <a:pt x="1130578" y="97440"/>
                    </a:cubicBezTo>
                    <a:lnTo>
                      <a:pt x="1130578" y="97440"/>
                    </a:lnTo>
                    <a:cubicBezTo>
                      <a:pt x="1130578" y="123283"/>
                      <a:pt x="1120312" y="148067"/>
                      <a:pt x="1102038" y="166341"/>
                    </a:cubicBezTo>
                    <a:cubicBezTo>
                      <a:pt x="1083765" y="184614"/>
                      <a:pt x="1058980" y="194880"/>
                      <a:pt x="1033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1130578" cy="232980"/>
              </a:xfrm>
              <a:prstGeom prst="rect">
                <a:avLst/>
              </a:prstGeom>
            </p:spPr>
            <p:txBody>
              <a:bodyPr anchor="ctr" rtlCol="false" tIns="39800" lIns="39800" bIns="39800" rIns="39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297235" y="880551"/>
              <a:ext cx="7010006" cy="1993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= [1, 2] + [3, 4]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print(lista)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sp>
          <p:nvSpPr>
            <p:cNvPr name="Freeform 76" id="76"/>
            <p:cNvSpPr/>
            <p:nvPr/>
          </p:nvSpPr>
          <p:spPr>
            <a:xfrm flipH="false" flipV="true" rot="0">
              <a:off x="427610" y="2027640"/>
              <a:ext cx="576849" cy="590882"/>
            </a:xfrm>
            <a:custGeom>
              <a:avLst/>
              <a:gdLst/>
              <a:ahLst/>
              <a:cxnLst/>
              <a:rect r="r" b="b" t="t" l="l"/>
              <a:pathLst>
                <a:path h="590882" w="576849">
                  <a:moveTo>
                    <a:pt x="0" y="590883"/>
                  </a:moveTo>
                  <a:lnTo>
                    <a:pt x="576849" y="590883"/>
                  </a:lnTo>
                  <a:lnTo>
                    <a:pt x="576849" y="0"/>
                  </a:lnTo>
                  <a:lnTo>
                    <a:pt x="0" y="0"/>
                  </a:lnTo>
                  <a:lnTo>
                    <a:pt x="0" y="590883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7" id="77"/>
            <p:cNvGrpSpPr/>
            <p:nvPr/>
          </p:nvGrpSpPr>
          <p:grpSpPr>
            <a:xfrm rot="0">
              <a:off x="1076299" y="2157663"/>
              <a:ext cx="4073930" cy="590882"/>
              <a:chOff x="0" y="0"/>
              <a:chExt cx="1653218" cy="23978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653218" cy="239783"/>
              </a:xfrm>
              <a:custGeom>
                <a:avLst/>
                <a:gdLst/>
                <a:ahLst/>
                <a:cxnLst/>
                <a:rect r="r" b="b" t="t" l="l"/>
                <a:pathLst>
                  <a:path h="239783" w="1653218">
                    <a:moveTo>
                      <a:pt x="119891" y="0"/>
                    </a:moveTo>
                    <a:lnTo>
                      <a:pt x="1533327" y="0"/>
                    </a:lnTo>
                    <a:cubicBezTo>
                      <a:pt x="1565124" y="0"/>
                      <a:pt x="1595619" y="12631"/>
                      <a:pt x="1618103" y="35115"/>
                    </a:cubicBezTo>
                    <a:cubicBezTo>
                      <a:pt x="1640587" y="57599"/>
                      <a:pt x="1653218" y="88094"/>
                      <a:pt x="1653218" y="119891"/>
                    </a:cubicBezTo>
                    <a:lnTo>
                      <a:pt x="1653218" y="119891"/>
                    </a:lnTo>
                    <a:cubicBezTo>
                      <a:pt x="1653218" y="151688"/>
                      <a:pt x="1640587" y="182183"/>
                      <a:pt x="1618103" y="204667"/>
                    </a:cubicBezTo>
                    <a:cubicBezTo>
                      <a:pt x="1595619" y="227151"/>
                      <a:pt x="1565124" y="239783"/>
                      <a:pt x="1533327" y="239783"/>
                    </a:cubicBezTo>
                    <a:lnTo>
                      <a:pt x="119891" y="239783"/>
                    </a:lnTo>
                    <a:cubicBezTo>
                      <a:pt x="88094" y="239783"/>
                      <a:pt x="57599" y="227151"/>
                      <a:pt x="35115" y="204667"/>
                    </a:cubicBezTo>
                    <a:cubicBezTo>
                      <a:pt x="12631" y="182183"/>
                      <a:pt x="0" y="151688"/>
                      <a:pt x="0" y="119891"/>
                    </a:cubicBezTo>
                    <a:lnTo>
                      <a:pt x="0" y="119891"/>
                    </a:lnTo>
                    <a:cubicBezTo>
                      <a:pt x="0" y="88094"/>
                      <a:pt x="12631" y="57599"/>
                      <a:pt x="35115" y="35115"/>
                    </a:cubicBezTo>
                    <a:cubicBezTo>
                      <a:pt x="57599" y="12631"/>
                      <a:pt x="88094" y="0"/>
                      <a:pt x="11989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1653218" cy="277883"/>
              </a:xfrm>
              <a:prstGeom prst="rect">
                <a:avLst/>
              </a:prstGeom>
            </p:spPr>
            <p:txBody>
              <a:bodyPr anchor="ctr" rtlCol="false" tIns="24728" lIns="24728" bIns="24728" rIns="2472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1436259" y="2249074"/>
              <a:ext cx="419406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Saída:[1, 2, 3, 4]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66468" y="138823"/>
              <a:ext cx="421769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5:Listas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08624" y="1806860"/>
            <a:ext cx="19360638" cy="948513"/>
            <a:chOff x="0" y="0"/>
            <a:chExt cx="5099098" cy="249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9098" cy="249814"/>
            </a:xfrm>
            <a:custGeom>
              <a:avLst/>
              <a:gdLst/>
              <a:ahLst/>
              <a:cxnLst/>
              <a:rect r="r" b="b" t="t" l="l"/>
              <a:pathLst>
                <a:path h="249814" w="5099098">
                  <a:moveTo>
                    <a:pt x="20394" y="0"/>
                  </a:moveTo>
                  <a:lnTo>
                    <a:pt x="5078704" y="0"/>
                  </a:lnTo>
                  <a:cubicBezTo>
                    <a:pt x="5089968" y="0"/>
                    <a:pt x="5099098" y="9131"/>
                    <a:pt x="5099098" y="20394"/>
                  </a:cubicBezTo>
                  <a:lnTo>
                    <a:pt x="5099098" y="229420"/>
                  </a:lnTo>
                  <a:cubicBezTo>
                    <a:pt x="5099098" y="240684"/>
                    <a:pt x="5089968" y="249814"/>
                    <a:pt x="5078704" y="249814"/>
                  </a:cubicBezTo>
                  <a:lnTo>
                    <a:pt x="20394" y="249814"/>
                  </a:lnTo>
                  <a:cubicBezTo>
                    <a:pt x="9131" y="249814"/>
                    <a:pt x="0" y="240684"/>
                    <a:pt x="0" y="229420"/>
                  </a:cubicBezTo>
                  <a:lnTo>
                    <a:pt x="0" y="20394"/>
                  </a:lnTo>
                  <a:cubicBezTo>
                    <a:pt x="0" y="9131"/>
                    <a:pt x="9131" y="0"/>
                    <a:pt x="2039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99098" cy="28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54594" y="7128304"/>
            <a:ext cx="5546007" cy="2129996"/>
            <a:chOff x="0" y="0"/>
            <a:chExt cx="7394676" cy="283999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453909"/>
              <a:ext cx="6426779" cy="1956624"/>
              <a:chOff x="0" y="0"/>
              <a:chExt cx="1568187" cy="47743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568187" cy="477432"/>
              </a:xfrm>
              <a:custGeom>
                <a:avLst/>
                <a:gdLst/>
                <a:ahLst/>
                <a:cxnLst/>
                <a:rect r="r" b="b" t="t" l="l"/>
                <a:pathLst>
                  <a:path h="477432" w="1568187">
                    <a:moveTo>
                      <a:pt x="81915" y="0"/>
                    </a:moveTo>
                    <a:lnTo>
                      <a:pt x="1486272" y="0"/>
                    </a:lnTo>
                    <a:cubicBezTo>
                      <a:pt x="1531512" y="0"/>
                      <a:pt x="1568187" y="36675"/>
                      <a:pt x="1568187" y="81915"/>
                    </a:cubicBezTo>
                    <a:lnTo>
                      <a:pt x="1568187" y="395517"/>
                    </a:lnTo>
                    <a:cubicBezTo>
                      <a:pt x="1568187" y="417242"/>
                      <a:pt x="1559557" y="438078"/>
                      <a:pt x="1544195" y="453440"/>
                    </a:cubicBezTo>
                    <a:cubicBezTo>
                      <a:pt x="1528833" y="468802"/>
                      <a:pt x="1507997" y="477432"/>
                      <a:pt x="1486272" y="477432"/>
                    </a:cubicBezTo>
                    <a:lnTo>
                      <a:pt x="81915" y="477432"/>
                    </a:lnTo>
                    <a:cubicBezTo>
                      <a:pt x="60190" y="477432"/>
                      <a:pt x="39354" y="468802"/>
                      <a:pt x="23992" y="453440"/>
                    </a:cubicBezTo>
                    <a:cubicBezTo>
                      <a:pt x="8630" y="438078"/>
                      <a:pt x="0" y="417242"/>
                      <a:pt x="0" y="395517"/>
                    </a:cubicBezTo>
                    <a:lnTo>
                      <a:pt x="0" y="81915"/>
                    </a:lnTo>
                    <a:cubicBezTo>
                      <a:pt x="0" y="60190"/>
                      <a:pt x="8630" y="39354"/>
                      <a:pt x="23992" y="23992"/>
                    </a:cubicBezTo>
                    <a:cubicBezTo>
                      <a:pt x="39354" y="8630"/>
                      <a:pt x="60190" y="0"/>
                      <a:pt x="8191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568187" cy="515532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3086396" cy="798663"/>
              <a:chOff x="0" y="0"/>
              <a:chExt cx="753106" cy="1948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5310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53106">
                    <a:moveTo>
                      <a:pt x="97440" y="0"/>
                    </a:moveTo>
                    <a:lnTo>
                      <a:pt x="655666" y="0"/>
                    </a:lnTo>
                    <a:cubicBezTo>
                      <a:pt x="681509" y="0"/>
                      <a:pt x="706293" y="10266"/>
                      <a:pt x="724566" y="28540"/>
                    </a:cubicBezTo>
                    <a:cubicBezTo>
                      <a:pt x="742840" y="46813"/>
                      <a:pt x="753106" y="71597"/>
                      <a:pt x="753106" y="97440"/>
                    </a:cubicBezTo>
                    <a:lnTo>
                      <a:pt x="753106" y="97440"/>
                    </a:lnTo>
                    <a:cubicBezTo>
                      <a:pt x="753106" y="123283"/>
                      <a:pt x="742840" y="148067"/>
                      <a:pt x="724566" y="166341"/>
                    </a:cubicBezTo>
                    <a:cubicBezTo>
                      <a:pt x="706293" y="184614"/>
                      <a:pt x="681509" y="194880"/>
                      <a:pt x="655666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753106" cy="261555"/>
              </a:xfrm>
              <a:prstGeom prst="rect">
                <a:avLst/>
              </a:prstGeom>
            </p:spPr>
            <p:txBody>
              <a:bodyPr anchor="ctr" rtlCol="false" tIns="41124" lIns="41124" bIns="41124" rIns="41124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07124" y="909848"/>
              <a:ext cx="7087552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20 - 5 - 2.5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true" rot="0">
              <a:off x="307124" y="2229453"/>
              <a:ext cx="596042" cy="610542"/>
            </a:xfrm>
            <a:custGeom>
              <a:avLst/>
              <a:gdLst/>
              <a:ahLst/>
              <a:cxnLst/>
              <a:rect r="r" b="b" t="t" l="l"/>
              <a:pathLst>
                <a:path h="610542" w="596042">
                  <a:moveTo>
                    <a:pt x="0" y="610542"/>
                  </a:moveTo>
                  <a:lnTo>
                    <a:pt x="596042" y="610542"/>
                  </a:lnTo>
                  <a:lnTo>
                    <a:pt x="596042" y="0"/>
                  </a:lnTo>
                  <a:lnTo>
                    <a:pt x="0" y="0"/>
                  </a:lnTo>
                  <a:lnTo>
                    <a:pt x="0" y="610542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1112110" y="2265920"/>
              <a:ext cx="3105724" cy="574076"/>
              <a:chOff x="0" y="0"/>
              <a:chExt cx="1219733" cy="22546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19733" cy="225461"/>
              </a:xfrm>
              <a:custGeom>
                <a:avLst/>
                <a:gdLst/>
                <a:ahLst/>
                <a:cxnLst/>
                <a:rect r="r" b="b" t="t" l="l"/>
                <a:pathLst>
                  <a:path h="225461" w="1219733">
                    <a:moveTo>
                      <a:pt x="112730" y="0"/>
                    </a:moveTo>
                    <a:lnTo>
                      <a:pt x="1107003" y="0"/>
                    </a:lnTo>
                    <a:cubicBezTo>
                      <a:pt x="1136901" y="0"/>
                      <a:pt x="1165574" y="11877"/>
                      <a:pt x="1186715" y="33018"/>
                    </a:cubicBezTo>
                    <a:cubicBezTo>
                      <a:pt x="1207856" y="54159"/>
                      <a:pt x="1219733" y="82832"/>
                      <a:pt x="1219733" y="112730"/>
                    </a:cubicBezTo>
                    <a:lnTo>
                      <a:pt x="1219733" y="112730"/>
                    </a:lnTo>
                    <a:cubicBezTo>
                      <a:pt x="1219733" y="142628"/>
                      <a:pt x="1207856" y="171302"/>
                      <a:pt x="1186715" y="192443"/>
                    </a:cubicBezTo>
                    <a:cubicBezTo>
                      <a:pt x="1165574" y="213584"/>
                      <a:pt x="1136901" y="225461"/>
                      <a:pt x="1107003" y="225461"/>
                    </a:cubicBezTo>
                    <a:lnTo>
                      <a:pt x="112730" y="225461"/>
                    </a:lnTo>
                    <a:cubicBezTo>
                      <a:pt x="82832" y="225461"/>
                      <a:pt x="54159" y="213584"/>
                      <a:pt x="33018" y="192443"/>
                    </a:cubicBezTo>
                    <a:cubicBezTo>
                      <a:pt x="11877" y="171302"/>
                      <a:pt x="0" y="142628"/>
                      <a:pt x="0" y="112730"/>
                    </a:cubicBezTo>
                    <a:lnTo>
                      <a:pt x="0" y="112730"/>
                    </a:lnTo>
                    <a:cubicBezTo>
                      <a:pt x="0" y="82832"/>
                      <a:pt x="11877" y="54159"/>
                      <a:pt x="33018" y="33018"/>
                    </a:cubicBezTo>
                    <a:cubicBezTo>
                      <a:pt x="54159" y="11877"/>
                      <a:pt x="82832" y="0"/>
                      <a:pt x="1127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19733" cy="263561"/>
              </a:xfrm>
              <a:prstGeom prst="rect">
                <a:avLst/>
              </a:prstGeom>
            </p:spPr>
            <p:txBody>
              <a:bodyPr anchor="ctr" rtlCol="false" tIns="25550" lIns="25550" bIns="25550" rIns="2555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459257" y="2334885"/>
              <a:ext cx="2509294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12.5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61263" y="160713"/>
              <a:ext cx="4358025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4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80882" y="2042991"/>
            <a:ext cx="148244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Subtração (-): Us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subtrair 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segundo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valor do primeiro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SUBTRAÇÃO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3461989"/>
            <a:ext cx="3954247" cy="2458803"/>
            <a:chOff x="0" y="0"/>
            <a:chExt cx="5272329" cy="327840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496579"/>
              <a:ext cx="4494837" cy="2110606"/>
              <a:chOff x="0" y="0"/>
              <a:chExt cx="1002533" cy="47075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02533" cy="470752"/>
              </a:xfrm>
              <a:custGeom>
                <a:avLst/>
                <a:gdLst/>
                <a:ahLst/>
                <a:cxnLst/>
                <a:rect r="r" b="b" t="t" l="l"/>
                <a:pathLst>
                  <a:path h="470752" w="1002533">
                    <a:moveTo>
                      <a:pt x="117123" y="0"/>
                    </a:moveTo>
                    <a:lnTo>
                      <a:pt x="885410" y="0"/>
                    </a:lnTo>
                    <a:cubicBezTo>
                      <a:pt x="950095" y="0"/>
                      <a:pt x="1002533" y="52438"/>
                      <a:pt x="1002533" y="117123"/>
                    </a:cubicBezTo>
                    <a:lnTo>
                      <a:pt x="1002533" y="353628"/>
                    </a:lnTo>
                    <a:cubicBezTo>
                      <a:pt x="1002533" y="384691"/>
                      <a:pt x="990194" y="414482"/>
                      <a:pt x="968229" y="436447"/>
                    </a:cubicBezTo>
                    <a:cubicBezTo>
                      <a:pt x="946264" y="458412"/>
                      <a:pt x="916473" y="470752"/>
                      <a:pt x="885410" y="470752"/>
                    </a:cubicBezTo>
                    <a:lnTo>
                      <a:pt x="117123" y="470752"/>
                    </a:lnTo>
                    <a:cubicBezTo>
                      <a:pt x="52438" y="470752"/>
                      <a:pt x="0" y="418314"/>
                      <a:pt x="0" y="353628"/>
                    </a:cubicBezTo>
                    <a:lnTo>
                      <a:pt x="0" y="117123"/>
                    </a:lnTo>
                    <a:cubicBezTo>
                      <a:pt x="0" y="52438"/>
                      <a:pt x="52438" y="0"/>
                      <a:pt x="11712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002533" cy="508852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3224837" cy="873742"/>
              <a:chOff x="0" y="0"/>
              <a:chExt cx="719271" cy="1948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19271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19271">
                    <a:moveTo>
                      <a:pt x="97440" y="0"/>
                    </a:moveTo>
                    <a:lnTo>
                      <a:pt x="621831" y="0"/>
                    </a:lnTo>
                    <a:cubicBezTo>
                      <a:pt x="647674" y="0"/>
                      <a:pt x="672458" y="10266"/>
                      <a:pt x="690732" y="28540"/>
                    </a:cubicBezTo>
                    <a:cubicBezTo>
                      <a:pt x="709005" y="46813"/>
                      <a:pt x="719271" y="71597"/>
                      <a:pt x="719271" y="97440"/>
                    </a:cubicBezTo>
                    <a:lnTo>
                      <a:pt x="719271" y="97440"/>
                    </a:lnTo>
                    <a:cubicBezTo>
                      <a:pt x="719271" y="123283"/>
                      <a:pt x="709005" y="148067"/>
                      <a:pt x="690732" y="166341"/>
                    </a:cubicBezTo>
                    <a:cubicBezTo>
                      <a:pt x="672458" y="184614"/>
                      <a:pt x="647674" y="194880"/>
                      <a:pt x="621831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19271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41938" y="1068622"/>
              <a:ext cx="4885117" cy="2209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print(10 - 3)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print(7.5 - 2.2) 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Freeform 34" id="34"/>
            <p:cNvSpPr/>
            <p:nvPr/>
          </p:nvSpPr>
          <p:spPr>
            <a:xfrm flipH="false" flipV="true" rot="0">
              <a:off x="341938" y="243903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1151074" y="2518955"/>
              <a:ext cx="3226113" cy="588017"/>
              <a:chOff x="0" y="0"/>
              <a:chExt cx="1158142" cy="21109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58142" cy="211092"/>
              </a:xfrm>
              <a:custGeom>
                <a:avLst/>
                <a:gdLst/>
                <a:ahLst/>
                <a:cxnLst/>
                <a:rect r="r" b="b" t="t" l="l"/>
                <a:pathLst>
                  <a:path h="211092" w="1158142">
                    <a:moveTo>
                      <a:pt x="105546" y="0"/>
                    </a:moveTo>
                    <a:lnTo>
                      <a:pt x="1052596" y="0"/>
                    </a:lnTo>
                    <a:cubicBezTo>
                      <a:pt x="1110887" y="0"/>
                      <a:pt x="1158142" y="47255"/>
                      <a:pt x="1158142" y="105546"/>
                    </a:cubicBezTo>
                    <a:lnTo>
                      <a:pt x="1158142" y="105546"/>
                    </a:lnTo>
                    <a:cubicBezTo>
                      <a:pt x="1158142" y="163837"/>
                      <a:pt x="1110887" y="211092"/>
                      <a:pt x="1052596" y="211092"/>
                    </a:cubicBezTo>
                    <a:lnTo>
                      <a:pt x="105546" y="211092"/>
                    </a:lnTo>
                    <a:cubicBezTo>
                      <a:pt x="47255" y="211092"/>
                      <a:pt x="0" y="163837"/>
                      <a:pt x="0" y="105546"/>
                    </a:cubicBezTo>
                    <a:lnTo>
                      <a:pt x="0" y="105546"/>
                    </a:lnTo>
                    <a:cubicBezTo>
                      <a:pt x="0" y="47255"/>
                      <a:pt x="47255" y="0"/>
                      <a:pt x="105546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158142" cy="249192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392895" y="2614581"/>
              <a:ext cx="3285371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7 e 5.3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34266" y="3461989"/>
            <a:ext cx="4819469" cy="2833851"/>
            <a:chOff x="0" y="0"/>
            <a:chExt cx="6425958" cy="3778468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450910"/>
              <a:ext cx="4584964" cy="2885883"/>
              <a:chOff x="0" y="0"/>
              <a:chExt cx="1063413" cy="66933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63413" cy="669337"/>
              </a:xfrm>
              <a:custGeom>
                <a:avLst/>
                <a:gdLst/>
                <a:ahLst/>
                <a:cxnLst/>
                <a:rect r="r" b="b" t="t" l="l"/>
                <a:pathLst>
                  <a:path h="669337" w="1063413">
                    <a:moveTo>
                      <a:pt x="114821" y="0"/>
                    </a:moveTo>
                    <a:lnTo>
                      <a:pt x="948592" y="0"/>
                    </a:lnTo>
                    <a:cubicBezTo>
                      <a:pt x="979044" y="0"/>
                      <a:pt x="1008249" y="12097"/>
                      <a:pt x="1029782" y="33630"/>
                    </a:cubicBezTo>
                    <a:cubicBezTo>
                      <a:pt x="1051316" y="55163"/>
                      <a:pt x="1063413" y="84369"/>
                      <a:pt x="1063413" y="114821"/>
                    </a:cubicBezTo>
                    <a:lnTo>
                      <a:pt x="1063413" y="554516"/>
                    </a:lnTo>
                    <a:cubicBezTo>
                      <a:pt x="1063413" y="584968"/>
                      <a:pt x="1051316" y="614173"/>
                      <a:pt x="1029782" y="635706"/>
                    </a:cubicBezTo>
                    <a:cubicBezTo>
                      <a:pt x="1008249" y="657240"/>
                      <a:pt x="979044" y="669337"/>
                      <a:pt x="948592" y="669337"/>
                    </a:cubicBezTo>
                    <a:lnTo>
                      <a:pt x="114821" y="669337"/>
                    </a:lnTo>
                    <a:cubicBezTo>
                      <a:pt x="84369" y="669337"/>
                      <a:pt x="55163" y="657240"/>
                      <a:pt x="33630" y="635706"/>
                    </a:cubicBezTo>
                    <a:cubicBezTo>
                      <a:pt x="12097" y="614173"/>
                      <a:pt x="0" y="584968"/>
                      <a:pt x="0" y="554516"/>
                    </a:cubicBezTo>
                    <a:lnTo>
                      <a:pt x="0" y="114821"/>
                    </a:lnTo>
                    <a:cubicBezTo>
                      <a:pt x="0" y="84369"/>
                      <a:pt x="12097" y="55163"/>
                      <a:pt x="33630" y="33630"/>
                    </a:cubicBezTo>
                    <a:cubicBezTo>
                      <a:pt x="55163" y="12097"/>
                      <a:pt x="84369" y="0"/>
                      <a:pt x="11482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063413" cy="707437"/>
              </a:xfrm>
              <a:prstGeom prst="rect">
                <a:avLst/>
              </a:prstGeom>
            </p:spPr>
            <p:txBody>
              <a:bodyPr anchor="ctr" rtlCol="false" tIns="65545" lIns="65545" bIns="65545" rIns="6554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212979" cy="813610"/>
              <a:chOff x="0" y="0"/>
              <a:chExt cx="745202" cy="18870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45202" cy="188704"/>
              </a:xfrm>
              <a:custGeom>
                <a:avLst/>
                <a:gdLst/>
                <a:ahLst/>
                <a:cxnLst/>
                <a:rect r="r" b="b" t="t" l="l"/>
                <a:pathLst>
                  <a:path h="188704" w="745202">
                    <a:moveTo>
                      <a:pt x="94352" y="0"/>
                    </a:moveTo>
                    <a:lnTo>
                      <a:pt x="650849" y="0"/>
                    </a:lnTo>
                    <a:cubicBezTo>
                      <a:pt x="702959" y="0"/>
                      <a:pt x="745202" y="42243"/>
                      <a:pt x="745202" y="94352"/>
                    </a:cubicBezTo>
                    <a:lnTo>
                      <a:pt x="745202" y="94352"/>
                    </a:lnTo>
                    <a:cubicBezTo>
                      <a:pt x="745202" y="119376"/>
                      <a:pt x="735261" y="143375"/>
                      <a:pt x="717567" y="161069"/>
                    </a:cubicBezTo>
                    <a:cubicBezTo>
                      <a:pt x="699872" y="178764"/>
                      <a:pt x="675873" y="188704"/>
                      <a:pt x="650849" y="188704"/>
                    </a:cubicBezTo>
                    <a:lnTo>
                      <a:pt x="94352" y="188704"/>
                    </a:lnTo>
                    <a:cubicBezTo>
                      <a:pt x="42243" y="188704"/>
                      <a:pt x="0" y="146462"/>
                      <a:pt x="0" y="94352"/>
                    </a:cubicBezTo>
                    <a:lnTo>
                      <a:pt x="0" y="94352"/>
                    </a:lnTo>
                    <a:cubicBezTo>
                      <a:pt x="0" y="42243"/>
                      <a:pt x="42243" y="0"/>
                      <a:pt x="9435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45202" cy="226804"/>
              </a:xfrm>
              <a:prstGeom prst="rect">
                <a:avLst/>
              </a:prstGeom>
            </p:spPr>
            <p:txBody>
              <a:bodyPr anchor="ctr" rtlCol="false" tIns="43265" lIns="43265" bIns="43265" rIns="4326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23112" y="930583"/>
              <a:ext cx="6102846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x = 15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y = 7.5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dife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renca = x - y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print(diferenca)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true" rot="0">
              <a:off x="1507091" y="3079370"/>
              <a:ext cx="627069" cy="642324"/>
            </a:xfrm>
            <a:custGeom>
              <a:avLst/>
              <a:gdLst/>
              <a:ahLst/>
              <a:cxnLst/>
              <a:rect r="r" b="b" t="t" l="l"/>
              <a:pathLst>
                <a:path h="642324" w="627069">
                  <a:moveTo>
                    <a:pt x="0" y="642324"/>
                  </a:moveTo>
                  <a:lnTo>
                    <a:pt x="627069" y="642324"/>
                  </a:lnTo>
                  <a:lnTo>
                    <a:pt x="627069" y="0"/>
                  </a:lnTo>
                  <a:lnTo>
                    <a:pt x="0" y="0"/>
                  </a:lnTo>
                  <a:lnTo>
                    <a:pt x="0" y="64232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2358275" y="3214579"/>
              <a:ext cx="2226689" cy="563888"/>
              <a:chOff x="0" y="0"/>
              <a:chExt cx="831233" cy="21050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31233" cy="210502"/>
              </a:xfrm>
              <a:custGeom>
                <a:avLst/>
                <a:gdLst/>
                <a:ahLst/>
                <a:cxnLst/>
                <a:rect r="r" b="b" t="t" l="l"/>
                <a:pathLst>
                  <a:path h="210502" w="831233">
                    <a:moveTo>
                      <a:pt x="105251" y="0"/>
                    </a:moveTo>
                    <a:lnTo>
                      <a:pt x="725982" y="0"/>
                    </a:lnTo>
                    <a:cubicBezTo>
                      <a:pt x="753896" y="0"/>
                      <a:pt x="780667" y="11089"/>
                      <a:pt x="800406" y="30827"/>
                    </a:cubicBezTo>
                    <a:cubicBezTo>
                      <a:pt x="820144" y="50566"/>
                      <a:pt x="831233" y="77337"/>
                      <a:pt x="831233" y="105251"/>
                    </a:cubicBezTo>
                    <a:lnTo>
                      <a:pt x="831233" y="105251"/>
                    </a:lnTo>
                    <a:cubicBezTo>
                      <a:pt x="831233" y="163380"/>
                      <a:pt x="784111" y="210502"/>
                      <a:pt x="725982" y="210502"/>
                    </a:cubicBezTo>
                    <a:lnTo>
                      <a:pt x="105251" y="210502"/>
                    </a:lnTo>
                    <a:cubicBezTo>
                      <a:pt x="47122" y="210502"/>
                      <a:pt x="0" y="163380"/>
                      <a:pt x="0" y="105251"/>
                    </a:cubicBezTo>
                    <a:lnTo>
                      <a:pt x="0" y="105251"/>
                    </a:lnTo>
                    <a:cubicBezTo>
                      <a:pt x="0" y="47122"/>
                      <a:pt x="47122" y="0"/>
                      <a:pt x="10525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31233" cy="248602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503722" y="3293324"/>
              <a:ext cx="243123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7.5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85274" y="142451"/>
              <a:ext cx="458488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35509" y="3461989"/>
            <a:ext cx="5162731" cy="2925202"/>
            <a:chOff x="0" y="0"/>
            <a:chExt cx="6883642" cy="3900269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466738"/>
              <a:ext cx="6261676" cy="3054667"/>
              <a:chOff x="0" y="0"/>
              <a:chExt cx="1485904" cy="724877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485904" cy="724876"/>
              </a:xfrm>
              <a:custGeom>
                <a:avLst/>
                <a:gdLst/>
                <a:ahLst/>
                <a:cxnLst/>
                <a:rect r="r" b="b" t="t" l="l"/>
                <a:pathLst>
                  <a:path h="724876" w="1485904">
                    <a:moveTo>
                      <a:pt x="84075" y="0"/>
                    </a:moveTo>
                    <a:lnTo>
                      <a:pt x="1401829" y="0"/>
                    </a:lnTo>
                    <a:cubicBezTo>
                      <a:pt x="1448262" y="0"/>
                      <a:pt x="1485904" y="37642"/>
                      <a:pt x="1485904" y="84075"/>
                    </a:cubicBezTo>
                    <a:lnTo>
                      <a:pt x="1485904" y="640801"/>
                    </a:lnTo>
                    <a:cubicBezTo>
                      <a:pt x="1485904" y="663100"/>
                      <a:pt x="1477046" y="684484"/>
                      <a:pt x="1461279" y="700251"/>
                    </a:cubicBezTo>
                    <a:cubicBezTo>
                      <a:pt x="1445512" y="716019"/>
                      <a:pt x="1424127" y="724876"/>
                      <a:pt x="1401829" y="724876"/>
                    </a:cubicBezTo>
                    <a:lnTo>
                      <a:pt x="84075" y="724876"/>
                    </a:lnTo>
                    <a:cubicBezTo>
                      <a:pt x="61777" y="724876"/>
                      <a:pt x="40392" y="716019"/>
                      <a:pt x="24625" y="700251"/>
                    </a:cubicBezTo>
                    <a:cubicBezTo>
                      <a:pt x="8858" y="684484"/>
                      <a:pt x="0" y="663100"/>
                      <a:pt x="0" y="640801"/>
                    </a:cubicBezTo>
                    <a:lnTo>
                      <a:pt x="0" y="84075"/>
                    </a:lnTo>
                    <a:cubicBezTo>
                      <a:pt x="0" y="61777"/>
                      <a:pt x="8858" y="40392"/>
                      <a:pt x="24625" y="24625"/>
                    </a:cubicBezTo>
                    <a:cubicBezTo>
                      <a:pt x="40392" y="8858"/>
                      <a:pt x="61777" y="0"/>
                      <a:pt x="8407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1485904" cy="762977"/>
              </a:xfrm>
              <a:prstGeom prst="rect">
                <a:avLst/>
              </a:prstGeom>
            </p:spPr>
            <p:txBody>
              <a:bodyPr anchor="ctr" rtlCol="false" tIns="64062" lIns="64062" bIns="64062" rIns="6406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0"/>
              <a:ext cx="3130973" cy="821236"/>
              <a:chOff x="0" y="0"/>
              <a:chExt cx="742984" cy="19488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74298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42984">
                    <a:moveTo>
                      <a:pt x="97440" y="0"/>
                    </a:moveTo>
                    <a:lnTo>
                      <a:pt x="645544" y="0"/>
                    </a:lnTo>
                    <a:cubicBezTo>
                      <a:pt x="671387" y="0"/>
                      <a:pt x="696171" y="10266"/>
                      <a:pt x="714445" y="28540"/>
                    </a:cubicBezTo>
                    <a:cubicBezTo>
                      <a:pt x="732718" y="46813"/>
                      <a:pt x="742984" y="71597"/>
                      <a:pt x="742984" y="97440"/>
                    </a:cubicBezTo>
                    <a:lnTo>
                      <a:pt x="742984" y="97440"/>
                    </a:lnTo>
                    <a:cubicBezTo>
                      <a:pt x="742984" y="123283"/>
                      <a:pt x="732718" y="148067"/>
                      <a:pt x="714445" y="166341"/>
                    </a:cubicBezTo>
                    <a:cubicBezTo>
                      <a:pt x="696171" y="184614"/>
                      <a:pt x="671387" y="194880"/>
                      <a:pt x="64554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742984" cy="232980"/>
              </a:xfrm>
              <a:prstGeom prst="rect">
                <a:avLst/>
              </a:prstGeom>
            </p:spPr>
            <p:txBody>
              <a:bodyPr anchor="ctr" rtlCol="false" tIns="42286" lIns="42286" bIns="42286" rIns="422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235339" y="1035929"/>
              <a:ext cx="6648303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dinheiro = 100.0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g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asto = 35.75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saldo = dinheiro - gasto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print(saldo)</a:t>
              </a:r>
            </a:p>
          </p:txBody>
        </p:sp>
        <p:sp>
          <p:nvSpPr>
            <p:cNvPr name="Freeform 62" id="62"/>
            <p:cNvSpPr/>
            <p:nvPr/>
          </p:nvSpPr>
          <p:spPr>
            <a:xfrm flipH="false" flipV="true" rot="0">
              <a:off x="2518085" y="3194626"/>
              <a:ext cx="612888" cy="627798"/>
            </a:xfrm>
            <a:custGeom>
              <a:avLst/>
              <a:gdLst/>
              <a:ahLst/>
              <a:cxnLst/>
              <a:rect r="r" b="b" t="t" l="l"/>
              <a:pathLst>
                <a:path h="627798" w="612888">
                  <a:moveTo>
                    <a:pt x="0" y="627798"/>
                  </a:moveTo>
                  <a:lnTo>
                    <a:pt x="612888" y="627798"/>
                  </a:lnTo>
                  <a:lnTo>
                    <a:pt x="612888" y="0"/>
                  </a:lnTo>
                  <a:lnTo>
                    <a:pt x="0" y="0"/>
                  </a:lnTo>
                  <a:lnTo>
                    <a:pt x="0" y="627798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3" id="63"/>
            <p:cNvGrpSpPr/>
            <p:nvPr/>
          </p:nvGrpSpPr>
          <p:grpSpPr>
            <a:xfrm rot="0">
              <a:off x="3499273" y="3325954"/>
              <a:ext cx="2983121" cy="574316"/>
              <a:chOff x="0" y="0"/>
              <a:chExt cx="1139380" cy="219355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39380" cy="219355"/>
              </a:xfrm>
              <a:custGeom>
                <a:avLst/>
                <a:gdLst/>
                <a:ahLst/>
                <a:cxnLst/>
                <a:rect r="r" b="b" t="t" l="l"/>
                <a:pathLst>
                  <a:path h="219355" w="1139380">
                    <a:moveTo>
                      <a:pt x="109678" y="0"/>
                    </a:moveTo>
                    <a:lnTo>
                      <a:pt x="1029702" y="0"/>
                    </a:lnTo>
                    <a:cubicBezTo>
                      <a:pt x="1058790" y="0"/>
                      <a:pt x="1086687" y="11555"/>
                      <a:pt x="1107256" y="32124"/>
                    </a:cubicBezTo>
                    <a:cubicBezTo>
                      <a:pt x="1127824" y="52692"/>
                      <a:pt x="1139380" y="80589"/>
                      <a:pt x="1139380" y="109678"/>
                    </a:cubicBezTo>
                    <a:lnTo>
                      <a:pt x="1139380" y="109678"/>
                    </a:lnTo>
                    <a:cubicBezTo>
                      <a:pt x="1139380" y="138766"/>
                      <a:pt x="1127824" y="166663"/>
                      <a:pt x="1107256" y="187232"/>
                    </a:cubicBezTo>
                    <a:cubicBezTo>
                      <a:pt x="1086687" y="207800"/>
                      <a:pt x="1058790" y="219355"/>
                      <a:pt x="1029702" y="219355"/>
                    </a:cubicBezTo>
                    <a:lnTo>
                      <a:pt x="109678" y="219355"/>
                    </a:lnTo>
                    <a:cubicBezTo>
                      <a:pt x="80589" y="219355"/>
                      <a:pt x="52692" y="207800"/>
                      <a:pt x="32124" y="187232"/>
                    </a:cubicBezTo>
                    <a:cubicBezTo>
                      <a:pt x="11555" y="166663"/>
                      <a:pt x="0" y="138766"/>
                      <a:pt x="0" y="109678"/>
                    </a:cubicBezTo>
                    <a:lnTo>
                      <a:pt x="0" y="109678"/>
                    </a:lnTo>
                    <a:cubicBezTo>
                      <a:pt x="0" y="80589"/>
                      <a:pt x="11555" y="52692"/>
                      <a:pt x="32124" y="32124"/>
                    </a:cubicBezTo>
                    <a:cubicBezTo>
                      <a:pt x="52692" y="11555"/>
                      <a:pt x="80589" y="0"/>
                      <a:pt x="109678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1139380" cy="257455"/>
              </a:xfrm>
              <a:prstGeom prst="rect">
                <a:avLst/>
              </a:prstGeom>
            </p:spPr>
            <p:txBody>
              <a:bodyPr anchor="ctr" rtlCol="false" tIns="26272" lIns="26272" bIns="26272" rIns="2627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3835485" y="3446168"/>
              <a:ext cx="264691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64.25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474299" y="165255"/>
              <a:ext cx="4481197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3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108657" y="6486161"/>
            <a:ext cx="6543027" cy="3414282"/>
            <a:chOff x="0" y="0"/>
            <a:chExt cx="8724036" cy="4552376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1177156"/>
              <a:ext cx="5961633" cy="2010091"/>
              <a:chOff x="0" y="0"/>
              <a:chExt cx="1503088" cy="506798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503088" cy="506798"/>
              </a:xfrm>
              <a:custGeom>
                <a:avLst/>
                <a:gdLst/>
                <a:ahLst/>
                <a:cxnLst/>
                <a:rect r="r" b="b" t="t" l="l"/>
                <a:pathLst>
                  <a:path h="506798" w="1503088">
                    <a:moveTo>
                      <a:pt x="88306" y="0"/>
                    </a:moveTo>
                    <a:lnTo>
                      <a:pt x="1414782" y="0"/>
                    </a:lnTo>
                    <a:cubicBezTo>
                      <a:pt x="1438202" y="0"/>
                      <a:pt x="1460663" y="9304"/>
                      <a:pt x="1477224" y="25864"/>
                    </a:cubicBezTo>
                    <a:cubicBezTo>
                      <a:pt x="1493785" y="42425"/>
                      <a:pt x="1503088" y="64886"/>
                      <a:pt x="1503088" y="88306"/>
                    </a:cubicBezTo>
                    <a:lnTo>
                      <a:pt x="1503088" y="418492"/>
                    </a:lnTo>
                    <a:cubicBezTo>
                      <a:pt x="1503088" y="441912"/>
                      <a:pt x="1493785" y="464373"/>
                      <a:pt x="1477224" y="480934"/>
                    </a:cubicBezTo>
                    <a:cubicBezTo>
                      <a:pt x="1460663" y="497494"/>
                      <a:pt x="1438202" y="506798"/>
                      <a:pt x="1414782" y="506798"/>
                    </a:cubicBezTo>
                    <a:lnTo>
                      <a:pt x="88306" y="506798"/>
                    </a:lnTo>
                    <a:cubicBezTo>
                      <a:pt x="64886" y="506798"/>
                      <a:pt x="42425" y="497494"/>
                      <a:pt x="25864" y="480934"/>
                    </a:cubicBezTo>
                    <a:cubicBezTo>
                      <a:pt x="9304" y="464373"/>
                      <a:pt x="0" y="441912"/>
                      <a:pt x="0" y="418492"/>
                    </a:cubicBezTo>
                    <a:lnTo>
                      <a:pt x="0" y="88306"/>
                    </a:lnTo>
                    <a:cubicBezTo>
                      <a:pt x="0" y="64886"/>
                      <a:pt x="9304" y="42425"/>
                      <a:pt x="25864" y="25864"/>
                    </a:cubicBezTo>
                    <a:cubicBezTo>
                      <a:pt x="42425" y="9304"/>
                      <a:pt x="64886" y="0"/>
                      <a:pt x="8830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1503088" cy="544898"/>
              </a:xfrm>
              <a:prstGeom prst="rect">
                <a:avLst/>
              </a:prstGeom>
            </p:spPr>
            <p:txBody>
              <a:bodyPr anchor="ctr" rtlCol="false" tIns="60295" lIns="60295" bIns="60295" rIns="6029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0" y="795002"/>
              <a:ext cx="5961633" cy="715806"/>
              <a:chOff x="0" y="0"/>
              <a:chExt cx="1503088" cy="180474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503088" cy="180474"/>
              </a:xfrm>
              <a:custGeom>
                <a:avLst/>
                <a:gdLst/>
                <a:ahLst/>
                <a:cxnLst/>
                <a:rect r="r" b="b" t="t" l="l"/>
                <a:pathLst>
                  <a:path h="180474" w="1503088">
                    <a:moveTo>
                      <a:pt x="88306" y="0"/>
                    </a:moveTo>
                    <a:lnTo>
                      <a:pt x="1414782" y="0"/>
                    </a:lnTo>
                    <a:cubicBezTo>
                      <a:pt x="1438202" y="0"/>
                      <a:pt x="1460663" y="9304"/>
                      <a:pt x="1477224" y="25864"/>
                    </a:cubicBezTo>
                    <a:cubicBezTo>
                      <a:pt x="1493785" y="42425"/>
                      <a:pt x="1503088" y="64886"/>
                      <a:pt x="1503088" y="88306"/>
                    </a:cubicBezTo>
                    <a:lnTo>
                      <a:pt x="1503088" y="92168"/>
                    </a:lnTo>
                    <a:cubicBezTo>
                      <a:pt x="1503088" y="115588"/>
                      <a:pt x="1493785" y="138049"/>
                      <a:pt x="1477224" y="154610"/>
                    </a:cubicBezTo>
                    <a:cubicBezTo>
                      <a:pt x="1460663" y="171170"/>
                      <a:pt x="1438202" y="180474"/>
                      <a:pt x="1414782" y="180474"/>
                    </a:cubicBezTo>
                    <a:lnTo>
                      <a:pt x="88306" y="180474"/>
                    </a:lnTo>
                    <a:cubicBezTo>
                      <a:pt x="64886" y="180474"/>
                      <a:pt x="42425" y="171170"/>
                      <a:pt x="25864" y="154610"/>
                    </a:cubicBezTo>
                    <a:cubicBezTo>
                      <a:pt x="9304" y="138049"/>
                      <a:pt x="0" y="115588"/>
                      <a:pt x="0" y="92168"/>
                    </a:cubicBezTo>
                    <a:lnTo>
                      <a:pt x="0" y="88306"/>
                    </a:lnTo>
                    <a:cubicBezTo>
                      <a:pt x="0" y="64886"/>
                      <a:pt x="9304" y="42425"/>
                      <a:pt x="25864" y="25864"/>
                    </a:cubicBezTo>
                    <a:cubicBezTo>
                      <a:pt x="42425" y="9304"/>
                      <a:pt x="64886" y="0"/>
                      <a:pt x="88306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1503088" cy="218574"/>
              </a:xfrm>
              <a:prstGeom prst="rect">
                <a:avLst/>
              </a:prstGeom>
            </p:spPr>
            <p:txBody>
              <a:bodyPr anchor="ctr" rtlCol="false" tIns="39800" lIns="39800" bIns="39800" rIns="39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5" id="75"/>
            <p:cNvSpPr/>
            <p:nvPr/>
          </p:nvSpPr>
          <p:spPr>
            <a:xfrm flipH="false" flipV="true" rot="0">
              <a:off x="279985" y="3070775"/>
              <a:ext cx="576849" cy="590882"/>
            </a:xfrm>
            <a:custGeom>
              <a:avLst/>
              <a:gdLst/>
              <a:ahLst/>
              <a:cxnLst/>
              <a:rect r="r" b="b" t="t" l="l"/>
              <a:pathLst>
                <a:path h="590882" w="576849">
                  <a:moveTo>
                    <a:pt x="0" y="590882"/>
                  </a:moveTo>
                  <a:lnTo>
                    <a:pt x="576849" y="590882"/>
                  </a:lnTo>
                  <a:lnTo>
                    <a:pt x="576849" y="0"/>
                  </a:lnTo>
                  <a:lnTo>
                    <a:pt x="0" y="0"/>
                  </a:lnTo>
                  <a:lnTo>
                    <a:pt x="0" y="590882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6" id="76"/>
            <p:cNvGrpSpPr/>
            <p:nvPr/>
          </p:nvGrpSpPr>
          <p:grpSpPr>
            <a:xfrm rot="0">
              <a:off x="1059050" y="3001284"/>
              <a:ext cx="5722015" cy="1551092"/>
              <a:chOff x="0" y="0"/>
              <a:chExt cx="2322018" cy="62944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322018" cy="629440"/>
              </a:xfrm>
              <a:custGeom>
                <a:avLst/>
                <a:gdLst/>
                <a:ahLst/>
                <a:cxnLst/>
                <a:rect r="r" b="b" t="t" l="l"/>
                <a:pathLst>
                  <a:path h="629440" w="2322018">
                    <a:moveTo>
                      <a:pt x="92004" y="0"/>
                    </a:moveTo>
                    <a:lnTo>
                      <a:pt x="2230013" y="0"/>
                    </a:lnTo>
                    <a:cubicBezTo>
                      <a:pt x="2280826" y="0"/>
                      <a:pt x="2322018" y="41192"/>
                      <a:pt x="2322018" y="92004"/>
                    </a:cubicBezTo>
                    <a:lnTo>
                      <a:pt x="2322018" y="537435"/>
                    </a:lnTo>
                    <a:cubicBezTo>
                      <a:pt x="2322018" y="588248"/>
                      <a:pt x="2280826" y="629440"/>
                      <a:pt x="2230013" y="629440"/>
                    </a:cubicBezTo>
                    <a:lnTo>
                      <a:pt x="92004" y="629440"/>
                    </a:lnTo>
                    <a:cubicBezTo>
                      <a:pt x="41192" y="629440"/>
                      <a:pt x="0" y="588248"/>
                      <a:pt x="0" y="537435"/>
                    </a:cubicBezTo>
                    <a:lnTo>
                      <a:pt x="0" y="92004"/>
                    </a:lnTo>
                    <a:cubicBezTo>
                      <a:pt x="0" y="41192"/>
                      <a:pt x="41192" y="0"/>
                      <a:pt x="92004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2322018" cy="667540"/>
              </a:xfrm>
              <a:prstGeom prst="rect">
                <a:avLst/>
              </a:prstGeom>
            </p:spPr>
            <p:txBody>
              <a:bodyPr anchor="ctr" rtlCol="false" tIns="24728" lIns="24728" bIns="24728" rIns="2472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79" id="79"/>
            <p:cNvSpPr/>
            <p:nvPr/>
          </p:nvSpPr>
          <p:spPr>
            <a:xfrm flipH="false" flipV="false" rot="0">
              <a:off x="355615" y="0"/>
              <a:ext cx="6069835" cy="4552376"/>
            </a:xfrm>
            <a:custGeom>
              <a:avLst/>
              <a:gdLst/>
              <a:ahLst/>
              <a:cxnLst/>
              <a:rect r="r" b="b" t="t" l="l"/>
              <a:pathLst>
                <a:path h="4552376" w="6069835">
                  <a:moveTo>
                    <a:pt x="0" y="0"/>
                  </a:moveTo>
                  <a:lnTo>
                    <a:pt x="6069835" y="0"/>
                  </a:lnTo>
                  <a:lnTo>
                    <a:pt x="6069835" y="4552376"/>
                  </a:lnTo>
                  <a:lnTo>
                    <a:pt x="0" y="455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8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297235" y="1785602"/>
              <a:ext cx="8426801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print("olá" - "a")     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print([1, 2, 3] - [2]) 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1823023" y="3172375"/>
              <a:ext cx="4194068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Python não permite subtração entre textos ou listas.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279985" y="893401"/>
              <a:ext cx="6352714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 com strings e listas?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7082" y="1806860"/>
            <a:ext cx="20658867" cy="948513"/>
            <a:chOff x="0" y="0"/>
            <a:chExt cx="5441018" cy="249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1018" cy="249814"/>
            </a:xfrm>
            <a:custGeom>
              <a:avLst/>
              <a:gdLst/>
              <a:ahLst/>
              <a:cxnLst/>
              <a:rect r="r" b="b" t="t" l="l"/>
              <a:pathLst>
                <a:path h="249814" w="5441018">
                  <a:moveTo>
                    <a:pt x="19112" y="0"/>
                  </a:moveTo>
                  <a:lnTo>
                    <a:pt x="5421906" y="0"/>
                  </a:lnTo>
                  <a:cubicBezTo>
                    <a:pt x="5432461" y="0"/>
                    <a:pt x="5441018" y="8557"/>
                    <a:pt x="5441018" y="19112"/>
                  </a:cubicBezTo>
                  <a:lnTo>
                    <a:pt x="5441018" y="230702"/>
                  </a:lnTo>
                  <a:cubicBezTo>
                    <a:pt x="5441018" y="241257"/>
                    <a:pt x="5432461" y="249814"/>
                    <a:pt x="5421906" y="249814"/>
                  </a:cubicBezTo>
                  <a:lnTo>
                    <a:pt x="19112" y="249814"/>
                  </a:lnTo>
                  <a:cubicBezTo>
                    <a:pt x="8557" y="249814"/>
                    <a:pt x="0" y="241257"/>
                    <a:pt x="0" y="230702"/>
                  </a:cubicBezTo>
                  <a:lnTo>
                    <a:pt x="0" y="19112"/>
                  </a:lnTo>
                  <a:cubicBezTo>
                    <a:pt x="0" y="8557"/>
                    <a:pt x="8557" y="0"/>
                    <a:pt x="1911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41018" cy="28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29568" y="6509913"/>
            <a:ext cx="5546007" cy="2173973"/>
            <a:chOff x="0" y="0"/>
            <a:chExt cx="7394676" cy="2898631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307124" y="2229453"/>
              <a:ext cx="596042" cy="610542"/>
            </a:xfrm>
            <a:custGeom>
              <a:avLst/>
              <a:gdLst/>
              <a:ahLst/>
              <a:cxnLst/>
              <a:rect r="r" b="b" t="t" l="l"/>
              <a:pathLst>
                <a:path h="610542" w="596042">
                  <a:moveTo>
                    <a:pt x="0" y="610542"/>
                  </a:moveTo>
                  <a:lnTo>
                    <a:pt x="596042" y="610542"/>
                  </a:lnTo>
                  <a:lnTo>
                    <a:pt x="596042" y="0"/>
                  </a:lnTo>
                  <a:lnTo>
                    <a:pt x="0" y="0"/>
                  </a:lnTo>
                  <a:lnTo>
                    <a:pt x="0" y="610542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453909"/>
              <a:ext cx="5754184" cy="1956624"/>
              <a:chOff x="0" y="0"/>
              <a:chExt cx="1404068" cy="47743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04068" cy="477432"/>
              </a:xfrm>
              <a:custGeom>
                <a:avLst/>
                <a:gdLst/>
                <a:ahLst/>
                <a:cxnLst/>
                <a:rect r="r" b="b" t="t" l="l"/>
                <a:pathLst>
                  <a:path h="477432" w="1404068">
                    <a:moveTo>
                      <a:pt x="91490" y="0"/>
                    </a:moveTo>
                    <a:lnTo>
                      <a:pt x="1312578" y="0"/>
                    </a:lnTo>
                    <a:cubicBezTo>
                      <a:pt x="1363107" y="0"/>
                      <a:pt x="1404068" y="40961"/>
                      <a:pt x="1404068" y="91490"/>
                    </a:cubicBezTo>
                    <a:lnTo>
                      <a:pt x="1404068" y="385942"/>
                    </a:lnTo>
                    <a:cubicBezTo>
                      <a:pt x="1404068" y="436471"/>
                      <a:pt x="1363107" y="477432"/>
                      <a:pt x="1312578" y="477432"/>
                    </a:cubicBezTo>
                    <a:lnTo>
                      <a:pt x="91490" y="477432"/>
                    </a:lnTo>
                    <a:cubicBezTo>
                      <a:pt x="40961" y="477432"/>
                      <a:pt x="0" y="436471"/>
                      <a:pt x="0" y="385942"/>
                    </a:cubicBezTo>
                    <a:lnTo>
                      <a:pt x="0" y="91490"/>
                    </a:lnTo>
                    <a:cubicBezTo>
                      <a:pt x="0" y="40961"/>
                      <a:pt x="40961" y="0"/>
                      <a:pt x="9149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404068" cy="515532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4633359" cy="798663"/>
              <a:chOff x="0" y="0"/>
              <a:chExt cx="1130578" cy="1948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30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130578">
                    <a:moveTo>
                      <a:pt x="97440" y="0"/>
                    </a:moveTo>
                    <a:lnTo>
                      <a:pt x="1033138" y="0"/>
                    </a:lnTo>
                    <a:cubicBezTo>
                      <a:pt x="1058980" y="0"/>
                      <a:pt x="1083765" y="10266"/>
                      <a:pt x="1102038" y="28540"/>
                    </a:cubicBezTo>
                    <a:cubicBezTo>
                      <a:pt x="1120312" y="46813"/>
                      <a:pt x="1130578" y="71597"/>
                      <a:pt x="1130578" y="97440"/>
                    </a:cubicBezTo>
                    <a:lnTo>
                      <a:pt x="1130578" y="97440"/>
                    </a:lnTo>
                    <a:cubicBezTo>
                      <a:pt x="1130578" y="123283"/>
                      <a:pt x="1120312" y="148067"/>
                      <a:pt x="1102038" y="166341"/>
                    </a:cubicBezTo>
                    <a:cubicBezTo>
                      <a:pt x="1083765" y="184614"/>
                      <a:pt x="1058980" y="194880"/>
                      <a:pt x="1033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1130578" cy="261555"/>
              </a:xfrm>
              <a:prstGeom prst="rect">
                <a:avLst/>
              </a:prstGeom>
            </p:spPr>
            <p:txBody>
              <a:bodyPr anchor="ctr" rtlCol="false" tIns="41124" lIns="41124" bIns="41124" rIns="41124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07124" y="909848"/>
              <a:ext cx="7087552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mensagem = "Oi! " * 3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print(mensagem)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112110" y="2329874"/>
              <a:ext cx="3850304" cy="568758"/>
              <a:chOff x="0" y="0"/>
              <a:chExt cx="1512157" cy="2233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12157" cy="223372"/>
              </a:xfrm>
              <a:custGeom>
                <a:avLst/>
                <a:gdLst/>
                <a:ahLst/>
                <a:cxnLst/>
                <a:rect r="r" b="b" t="t" l="l"/>
                <a:pathLst>
                  <a:path h="223372" w="1512157">
                    <a:moveTo>
                      <a:pt x="111686" y="0"/>
                    </a:moveTo>
                    <a:lnTo>
                      <a:pt x="1400471" y="0"/>
                    </a:lnTo>
                    <a:cubicBezTo>
                      <a:pt x="1462153" y="0"/>
                      <a:pt x="1512157" y="50004"/>
                      <a:pt x="1512157" y="111686"/>
                    </a:cubicBezTo>
                    <a:lnTo>
                      <a:pt x="1512157" y="111686"/>
                    </a:lnTo>
                    <a:cubicBezTo>
                      <a:pt x="1512157" y="141307"/>
                      <a:pt x="1500390" y="169715"/>
                      <a:pt x="1479445" y="190660"/>
                    </a:cubicBezTo>
                    <a:cubicBezTo>
                      <a:pt x="1458500" y="211605"/>
                      <a:pt x="1430092" y="223372"/>
                      <a:pt x="1400471" y="223372"/>
                    </a:cubicBezTo>
                    <a:lnTo>
                      <a:pt x="111686" y="223372"/>
                    </a:lnTo>
                    <a:cubicBezTo>
                      <a:pt x="82065" y="223372"/>
                      <a:pt x="53657" y="211605"/>
                      <a:pt x="32712" y="190660"/>
                    </a:cubicBezTo>
                    <a:cubicBezTo>
                      <a:pt x="11767" y="169715"/>
                      <a:pt x="0" y="141307"/>
                      <a:pt x="0" y="111686"/>
                    </a:cubicBezTo>
                    <a:lnTo>
                      <a:pt x="0" y="111686"/>
                    </a:lnTo>
                    <a:cubicBezTo>
                      <a:pt x="0" y="82065"/>
                      <a:pt x="11767" y="53657"/>
                      <a:pt x="32712" y="32712"/>
                    </a:cubicBezTo>
                    <a:cubicBezTo>
                      <a:pt x="53657" y="11767"/>
                      <a:pt x="82065" y="0"/>
                      <a:pt x="111686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512157" cy="261472"/>
              </a:xfrm>
              <a:prstGeom prst="rect">
                <a:avLst/>
              </a:prstGeom>
            </p:spPr>
            <p:txBody>
              <a:bodyPr anchor="ctr" rtlCol="false" tIns="25550" lIns="25550" bIns="25550" rIns="2555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41607" y="2410533"/>
              <a:ext cx="3458645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Oi! Oi! Oi!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5334" y="116659"/>
              <a:ext cx="4358025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4:strings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80882" y="2042991"/>
            <a:ext cx="148244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Multiplicação (*): Us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multiplicar d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oi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valores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MULTIPLICAÇÃO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01859" y="3193523"/>
            <a:ext cx="4418799" cy="2191053"/>
            <a:chOff x="0" y="0"/>
            <a:chExt cx="5891732" cy="292140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496579"/>
              <a:ext cx="5221113" cy="1860936"/>
              <a:chOff x="0" y="0"/>
              <a:chExt cx="1164523" cy="41506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64523" cy="415065"/>
              </a:xfrm>
              <a:custGeom>
                <a:avLst/>
                <a:gdLst/>
                <a:ahLst/>
                <a:cxnLst/>
                <a:rect r="r" b="b" t="t" l="l"/>
                <a:pathLst>
                  <a:path h="415065" w="1164523">
                    <a:moveTo>
                      <a:pt x="100831" y="0"/>
                    </a:moveTo>
                    <a:lnTo>
                      <a:pt x="1063692" y="0"/>
                    </a:lnTo>
                    <a:cubicBezTo>
                      <a:pt x="1090434" y="0"/>
                      <a:pt x="1116081" y="10623"/>
                      <a:pt x="1134990" y="29533"/>
                    </a:cubicBezTo>
                    <a:cubicBezTo>
                      <a:pt x="1153899" y="48442"/>
                      <a:pt x="1164523" y="74089"/>
                      <a:pt x="1164523" y="100831"/>
                    </a:cubicBezTo>
                    <a:lnTo>
                      <a:pt x="1164523" y="314234"/>
                    </a:lnTo>
                    <a:cubicBezTo>
                      <a:pt x="1164523" y="340976"/>
                      <a:pt x="1153899" y="366623"/>
                      <a:pt x="1134990" y="385532"/>
                    </a:cubicBezTo>
                    <a:cubicBezTo>
                      <a:pt x="1116081" y="404442"/>
                      <a:pt x="1090434" y="415065"/>
                      <a:pt x="1063692" y="415065"/>
                    </a:cubicBezTo>
                    <a:lnTo>
                      <a:pt x="100831" y="415065"/>
                    </a:lnTo>
                    <a:cubicBezTo>
                      <a:pt x="45144" y="415065"/>
                      <a:pt x="0" y="369922"/>
                      <a:pt x="0" y="314234"/>
                    </a:cubicBezTo>
                    <a:lnTo>
                      <a:pt x="0" y="100831"/>
                    </a:lnTo>
                    <a:cubicBezTo>
                      <a:pt x="0" y="74089"/>
                      <a:pt x="10623" y="48442"/>
                      <a:pt x="29533" y="29533"/>
                    </a:cubicBezTo>
                    <a:cubicBezTo>
                      <a:pt x="48442" y="10623"/>
                      <a:pt x="74089" y="0"/>
                      <a:pt x="10083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164523" cy="453165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3158960" cy="873742"/>
              <a:chOff x="0" y="0"/>
              <a:chExt cx="704578" cy="1948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04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04578">
                    <a:moveTo>
                      <a:pt x="97440" y="0"/>
                    </a:moveTo>
                    <a:lnTo>
                      <a:pt x="607138" y="0"/>
                    </a:lnTo>
                    <a:cubicBezTo>
                      <a:pt x="632980" y="0"/>
                      <a:pt x="657765" y="10266"/>
                      <a:pt x="676038" y="28540"/>
                    </a:cubicBezTo>
                    <a:cubicBezTo>
                      <a:pt x="694312" y="46813"/>
                      <a:pt x="704578" y="71597"/>
                      <a:pt x="704578" y="97440"/>
                    </a:cubicBezTo>
                    <a:lnTo>
                      <a:pt x="704578" y="97440"/>
                    </a:lnTo>
                    <a:cubicBezTo>
                      <a:pt x="704578" y="123283"/>
                      <a:pt x="694312" y="148067"/>
                      <a:pt x="676038" y="166341"/>
                    </a:cubicBezTo>
                    <a:cubicBezTo>
                      <a:pt x="657765" y="184614"/>
                      <a:pt x="632980" y="194880"/>
                      <a:pt x="607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04578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35996" y="995380"/>
              <a:ext cx="5555737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7 * 1.5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true" rot="0">
              <a:off x="393087" y="2158423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1045160" y="2387519"/>
              <a:ext cx="2830196" cy="533885"/>
              <a:chOff x="0" y="0"/>
              <a:chExt cx="1016012" cy="19165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1601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16012">
                    <a:moveTo>
                      <a:pt x="95830" y="0"/>
                    </a:moveTo>
                    <a:lnTo>
                      <a:pt x="920182" y="0"/>
                    </a:lnTo>
                    <a:cubicBezTo>
                      <a:pt x="945598" y="0"/>
                      <a:pt x="969972" y="10096"/>
                      <a:pt x="987944" y="28068"/>
                    </a:cubicBezTo>
                    <a:cubicBezTo>
                      <a:pt x="1005915" y="46039"/>
                      <a:pt x="1016012" y="70414"/>
                      <a:pt x="1016012" y="95830"/>
                    </a:cubicBezTo>
                    <a:lnTo>
                      <a:pt x="1016012" y="95830"/>
                    </a:lnTo>
                    <a:cubicBezTo>
                      <a:pt x="1016012" y="148755"/>
                      <a:pt x="973107" y="191659"/>
                      <a:pt x="9201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1601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290953" y="2476266"/>
              <a:ext cx="25844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10.5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558853" y="3194482"/>
            <a:ext cx="4819469" cy="2190094"/>
            <a:chOff x="0" y="0"/>
            <a:chExt cx="6425958" cy="2920125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450910"/>
              <a:ext cx="5809667" cy="1984091"/>
              <a:chOff x="0" y="0"/>
              <a:chExt cx="1347464" cy="46018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47464" cy="460180"/>
              </a:xfrm>
              <a:custGeom>
                <a:avLst/>
                <a:gdLst/>
                <a:ahLst/>
                <a:cxnLst/>
                <a:rect r="r" b="b" t="t" l="l"/>
                <a:pathLst>
                  <a:path h="460180" w="1347464">
                    <a:moveTo>
                      <a:pt x="90616" y="0"/>
                    </a:moveTo>
                    <a:lnTo>
                      <a:pt x="1256848" y="0"/>
                    </a:lnTo>
                    <a:cubicBezTo>
                      <a:pt x="1306894" y="0"/>
                      <a:pt x="1347464" y="40570"/>
                      <a:pt x="1347464" y="90616"/>
                    </a:cubicBezTo>
                    <a:lnTo>
                      <a:pt x="1347464" y="369564"/>
                    </a:lnTo>
                    <a:cubicBezTo>
                      <a:pt x="1347464" y="419610"/>
                      <a:pt x="1306894" y="460180"/>
                      <a:pt x="1256848" y="460180"/>
                    </a:cubicBezTo>
                    <a:lnTo>
                      <a:pt x="90616" y="460180"/>
                    </a:lnTo>
                    <a:cubicBezTo>
                      <a:pt x="40570" y="460180"/>
                      <a:pt x="0" y="419610"/>
                      <a:pt x="0" y="369564"/>
                    </a:cubicBezTo>
                    <a:lnTo>
                      <a:pt x="0" y="90616"/>
                    </a:lnTo>
                    <a:cubicBezTo>
                      <a:pt x="0" y="40570"/>
                      <a:pt x="40570" y="0"/>
                      <a:pt x="9061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347464" cy="498280"/>
              </a:xfrm>
              <a:prstGeom prst="rect">
                <a:avLst/>
              </a:prstGeom>
            </p:spPr>
            <p:txBody>
              <a:bodyPr anchor="ctr" rtlCol="false" tIns="65545" lIns="65545" bIns="65545" rIns="6554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374535" cy="813610"/>
              <a:chOff x="0" y="0"/>
              <a:chExt cx="782672" cy="18870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82672" cy="188704"/>
              </a:xfrm>
              <a:custGeom>
                <a:avLst/>
                <a:gdLst/>
                <a:ahLst/>
                <a:cxnLst/>
                <a:rect r="r" b="b" t="t" l="l"/>
                <a:pathLst>
                  <a:path h="188704" w="782672">
                    <a:moveTo>
                      <a:pt x="94352" y="0"/>
                    </a:moveTo>
                    <a:lnTo>
                      <a:pt x="688320" y="0"/>
                    </a:lnTo>
                    <a:cubicBezTo>
                      <a:pt x="740429" y="0"/>
                      <a:pt x="782672" y="42243"/>
                      <a:pt x="782672" y="94352"/>
                    </a:cubicBezTo>
                    <a:lnTo>
                      <a:pt x="782672" y="94352"/>
                    </a:lnTo>
                    <a:cubicBezTo>
                      <a:pt x="782672" y="119376"/>
                      <a:pt x="772732" y="143375"/>
                      <a:pt x="755037" y="161069"/>
                    </a:cubicBezTo>
                    <a:cubicBezTo>
                      <a:pt x="737343" y="178764"/>
                      <a:pt x="713344" y="188704"/>
                      <a:pt x="688320" y="188704"/>
                    </a:cubicBezTo>
                    <a:lnTo>
                      <a:pt x="94352" y="188704"/>
                    </a:lnTo>
                    <a:cubicBezTo>
                      <a:pt x="42243" y="188704"/>
                      <a:pt x="0" y="146462"/>
                      <a:pt x="0" y="94352"/>
                    </a:cubicBezTo>
                    <a:lnTo>
                      <a:pt x="0" y="94352"/>
                    </a:lnTo>
                    <a:cubicBezTo>
                      <a:pt x="0" y="42243"/>
                      <a:pt x="42243" y="0"/>
                      <a:pt x="9435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82672" cy="226804"/>
              </a:xfrm>
              <a:prstGeom prst="rect">
                <a:avLst/>
              </a:prstGeom>
            </p:spPr>
            <p:txBody>
              <a:bodyPr anchor="ctr" rtlCol="false" tIns="43265" lIns="43265" bIns="43265" rIns="4326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23112" y="930583"/>
              <a:ext cx="6102846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2 * 3 * 4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true" rot="0">
              <a:off x="963509" y="2213283"/>
              <a:ext cx="627069" cy="642324"/>
            </a:xfrm>
            <a:custGeom>
              <a:avLst/>
              <a:gdLst/>
              <a:ahLst/>
              <a:cxnLst/>
              <a:rect r="r" b="b" t="t" l="l"/>
              <a:pathLst>
                <a:path h="642324" w="627069">
                  <a:moveTo>
                    <a:pt x="0" y="642324"/>
                  </a:moveTo>
                  <a:lnTo>
                    <a:pt x="627069" y="642324"/>
                  </a:lnTo>
                  <a:lnTo>
                    <a:pt x="627069" y="0"/>
                  </a:lnTo>
                  <a:lnTo>
                    <a:pt x="0" y="0"/>
                  </a:lnTo>
                  <a:lnTo>
                    <a:pt x="0" y="64232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1896989" y="2356237"/>
              <a:ext cx="2226689" cy="563888"/>
              <a:chOff x="0" y="0"/>
              <a:chExt cx="831233" cy="21050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31233" cy="210502"/>
              </a:xfrm>
              <a:custGeom>
                <a:avLst/>
                <a:gdLst/>
                <a:ahLst/>
                <a:cxnLst/>
                <a:rect r="r" b="b" t="t" l="l"/>
                <a:pathLst>
                  <a:path h="210502" w="831233">
                    <a:moveTo>
                      <a:pt x="105251" y="0"/>
                    </a:moveTo>
                    <a:lnTo>
                      <a:pt x="725982" y="0"/>
                    </a:lnTo>
                    <a:cubicBezTo>
                      <a:pt x="753896" y="0"/>
                      <a:pt x="780667" y="11089"/>
                      <a:pt x="800406" y="30827"/>
                    </a:cubicBezTo>
                    <a:cubicBezTo>
                      <a:pt x="820144" y="50566"/>
                      <a:pt x="831233" y="77337"/>
                      <a:pt x="831233" y="105251"/>
                    </a:cubicBezTo>
                    <a:lnTo>
                      <a:pt x="831233" y="105251"/>
                    </a:lnTo>
                    <a:cubicBezTo>
                      <a:pt x="831233" y="163380"/>
                      <a:pt x="784111" y="210502"/>
                      <a:pt x="725982" y="210502"/>
                    </a:cubicBezTo>
                    <a:lnTo>
                      <a:pt x="105251" y="210502"/>
                    </a:lnTo>
                    <a:cubicBezTo>
                      <a:pt x="47122" y="210502"/>
                      <a:pt x="0" y="163380"/>
                      <a:pt x="0" y="105251"/>
                    </a:cubicBezTo>
                    <a:lnTo>
                      <a:pt x="0" y="105251"/>
                    </a:lnTo>
                    <a:cubicBezTo>
                      <a:pt x="0" y="47122"/>
                      <a:pt x="47122" y="0"/>
                      <a:pt x="10525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31233" cy="248602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087353" y="2434981"/>
              <a:ext cx="1845960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24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85274" y="142451"/>
              <a:ext cx="288926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016516" y="3193523"/>
            <a:ext cx="7702484" cy="2837657"/>
            <a:chOff x="0" y="0"/>
            <a:chExt cx="10269979" cy="3783543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466738"/>
              <a:ext cx="8898379" cy="2968677"/>
              <a:chOff x="0" y="0"/>
              <a:chExt cx="2111597" cy="70447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111597" cy="704471"/>
              </a:xfrm>
              <a:custGeom>
                <a:avLst/>
                <a:gdLst/>
                <a:ahLst/>
                <a:cxnLst/>
                <a:rect r="r" b="b" t="t" l="l"/>
                <a:pathLst>
                  <a:path h="704471" w="2111597">
                    <a:moveTo>
                      <a:pt x="59163" y="0"/>
                    </a:moveTo>
                    <a:lnTo>
                      <a:pt x="2052435" y="0"/>
                    </a:lnTo>
                    <a:cubicBezTo>
                      <a:pt x="2085109" y="0"/>
                      <a:pt x="2111597" y="26488"/>
                      <a:pt x="2111597" y="59163"/>
                    </a:cubicBezTo>
                    <a:lnTo>
                      <a:pt x="2111597" y="645308"/>
                    </a:lnTo>
                    <a:cubicBezTo>
                      <a:pt x="2111597" y="677983"/>
                      <a:pt x="2085109" y="704471"/>
                      <a:pt x="2052435" y="704471"/>
                    </a:cubicBezTo>
                    <a:lnTo>
                      <a:pt x="59163" y="704471"/>
                    </a:lnTo>
                    <a:cubicBezTo>
                      <a:pt x="26488" y="704471"/>
                      <a:pt x="0" y="677983"/>
                      <a:pt x="0" y="645308"/>
                    </a:cubicBezTo>
                    <a:lnTo>
                      <a:pt x="0" y="59163"/>
                    </a:lnTo>
                    <a:cubicBezTo>
                      <a:pt x="0" y="26488"/>
                      <a:pt x="26488" y="0"/>
                      <a:pt x="5916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2111597" cy="742571"/>
              </a:xfrm>
              <a:prstGeom prst="rect">
                <a:avLst/>
              </a:prstGeom>
            </p:spPr>
            <p:txBody>
              <a:bodyPr anchor="ctr" rtlCol="false" tIns="64062" lIns="64062" bIns="64062" rIns="6406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0"/>
              <a:ext cx="3253406" cy="821236"/>
              <a:chOff x="0" y="0"/>
              <a:chExt cx="772038" cy="19488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77203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72038">
                    <a:moveTo>
                      <a:pt x="97440" y="0"/>
                    </a:moveTo>
                    <a:lnTo>
                      <a:pt x="674597" y="0"/>
                    </a:lnTo>
                    <a:cubicBezTo>
                      <a:pt x="700440" y="0"/>
                      <a:pt x="725224" y="10266"/>
                      <a:pt x="743498" y="28540"/>
                    </a:cubicBezTo>
                    <a:cubicBezTo>
                      <a:pt x="761772" y="46813"/>
                      <a:pt x="772038" y="71597"/>
                      <a:pt x="772038" y="97440"/>
                    </a:cubicBezTo>
                    <a:lnTo>
                      <a:pt x="772038" y="97440"/>
                    </a:lnTo>
                    <a:cubicBezTo>
                      <a:pt x="772038" y="123283"/>
                      <a:pt x="761772" y="148067"/>
                      <a:pt x="743498" y="166341"/>
                    </a:cubicBezTo>
                    <a:cubicBezTo>
                      <a:pt x="725224" y="184614"/>
                      <a:pt x="700440" y="194880"/>
                      <a:pt x="674597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772038" cy="232980"/>
              </a:xfrm>
              <a:prstGeom prst="rect">
                <a:avLst/>
              </a:prstGeom>
            </p:spPr>
            <p:txBody>
              <a:bodyPr anchor="ctr" rtlCol="false" tIns="42286" lIns="42286" bIns="42286" rIns="422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443729" y="1038715"/>
              <a:ext cx="9826250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preco_unitario = 5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antidade = 8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tot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al = preco_unitario * quantidade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print(total)</a:t>
              </a:r>
            </a:p>
          </p:txBody>
        </p:sp>
        <p:sp>
          <p:nvSpPr>
            <p:cNvPr name="Freeform 62" id="62"/>
            <p:cNvSpPr/>
            <p:nvPr/>
          </p:nvSpPr>
          <p:spPr>
            <a:xfrm flipH="false" flipV="true" rot="0">
              <a:off x="4025122" y="3121515"/>
              <a:ext cx="612888" cy="627798"/>
            </a:xfrm>
            <a:custGeom>
              <a:avLst/>
              <a:gdLst/>
              <a:ahLst/>
              <a:cxnLst/>
              <a:rect r="r" b="b" t="t" l="l"/>
              <a:pathLst>
                <a:path h="627798" w="612888">
                  <a:moveTo>
                    <a:pt x="0" y="627799"/>
                  </a:moveTo>
                  <a:lnTo>
                    <a:pt x="612888" y="627799"/>
                  </a:lnTo>
                  <a:lnTo>
                    <a:pt x="612888" y="0"/>
                  </a:lnTo>
                  <a:lnTo>
                    <a:pt x="0" y="0"/>
                  </a:lnTo>
                  <a:lnTo>
                    <a:pt x="0" y="627799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3" id="63"/>
            <p:cNvGrpSpPr/>
            <p:nvPr/>
          </p:nvGrpSpPr>
          <p:grpSpPr>
            <a:xfrm rot="0">
              <a:off x="4764313" y="3281741"/>
              <a:ext cx="2354668" cy="501802"/>
              <a:chOff x="0" y="0"/>
              <a:chExt cx="899347" cy="19165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99347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899347">
                    <a:moveTo>
                      <a:pt x="95830" y="0"/>
                    </a:moveTo>
                    <a:lnTo>
                      <a:pt x="803517" y="0"/>
                    </a:lnTo>
                    <a:cubicBezTo>
                      <a:pt x="828933" y="0"/>
                      <a:pt x="853307" y="10096"/>
                      <a:pt x="871279" y="28068"/>
                    </a:cubicBezTo>
                    <a:cubicBezTo>
                      <a:pt x="889250" y="46039"/>
                      <a:pt x="899347" y="70414"/>
                      <a:pt x="899347" y="95830"/>
                    </a:cubicBezTo>
                    <a:lnTo>
                      <a:pt x="899347" y="95830"/>
                    </a:lnTo>
                    <a:cubicBezTo>
                      <a:pt x="899347" y="148755"/>
                      <a:pt x="856442" y="191659"/>
                      <a:pt x="803517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899347" cy="229759"/>
              </a:xfrm>
              <a:prstGeom prst="rect">
                <a:avLst/>
              </a:prstGeom>
            </p:spPr>
            <p:txBody>
              <a:bodyPr anchor="ctr" rtlCol="false" tIns="26272" lIns="26272" bIns="26272" rIns="2627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5074778" y="3329442"/>
              <a:ext cx="2163484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40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474299" y="165255"/>
              <a:ext cx="4481197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3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326667" y="6587548"/>
            <a:ext cx="6543027" cy="2231271"/>
            <a:chOff x="0" y="0"/>
            <a:chExt cx="8724036" cy="2975029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439293"/>
              <a:ext cx="5052432" cy="1893619"/>
              <a:chOff x="0" y="0"/>
              <a:chExt cx="1273854" cy="477432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273854" cy="477432"/>
              </a:xfrm>
              <a:custGeom>
                <a:avLst/>
                <a:gdLst/>
                <a:ahLst/>
                <a:cxnLst/>
                <a:rect r="r" b="b" t="t" l="l"/>
                <a:pathLst>
                  <a:path h="477432" w="1273854">
                    <a:moveTo>
                      <a:pt x="104197" y="0"/>
                    </a:moveTo>
                    <a:lnTo>
                      <a:pt x="1169657" y="0"/>
                    </a:lnTo>
                    <a:cubicBezTo>
                      <a:pt x="1197292" y="0"/>
                      <a:pt x="1223795" y="10978"/>
                      <a:pt x="1243336" y="30519"/>
                    </a:cubicBezTo>
                    <a:cubicBezTo>
                      <a:pt x="1262876" y="50060"/>
                      <a:pt x="1273854" y="76563"/>
                      <a:pt x="1273854" y="104197"/>
                    </a:cubicBezTo>
                    <a:lnTo>
                      <a:pt x="1273854" y="373235"/>
                    </a:lnTo>
                    <a:cubicBezTo>
                      <a:pt x="1273854" y="430782"/>
                      <a:pt x="1227203" y="477432"/>
                      <a:pt x="1169657" y="477432"/>
                    </a:cubicBezTo>
                    <a:lnTo>
                      <a:pt x="104197" y="477432"/>
                    </a:lnTo>
                    <a:cubicBezTo>
                      <a:pt x="76563" y="477432"/>
                      <a:pt x="50060" y="466454"/>
                      <a:pt x="30519" y="446914"/>
                    </a:cubicBezTo>
                    <a:cubicBezTo>
                      <a:pt x="10978" y="427373"/>
                      <a:pt x="0" y="400870"/>
                      <a:pt x="0" y="373235"/>
                    </a:cubicBezTo>
                    <a:lnTo>
                      <a:pt x="0" y="104197"/>
                    </a:lnTo>
                    <a:cubicBezTo>
                      <a:pt x="0" y="46651"/>
                      <a:pt x="46651" y="0"/>
                      <a:pt x="10419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1273854" cy="515532"/>
              </a:xfrm>
              <a:prstGeom prst="rect">
                <a:avLst/>
              </a:prstGeom>
            </p:spPr>
            <p:txBody>
              <a:bodyPr anchor="ctr" rtlCol="false" tIns="60295" lIns="60295" bIns="60295" rIns="6029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0" y="0"/>
              <a:ext cx="4510635" cy="772946"/>
              <a:chOff x="0" y="0"/>
              <a:chExt cx="1137253" cy="19488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13725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137253">
                    <a:moveTo>
                      <a:pt x="97440" y="0"/>
                    </a:moveTo>
                    <a:lnTo>
                      <a:pt x="1039812" y="0"/>
                    </a:lnTo>
                    <a:cubicBezTo>
                      <a:pt x="1065655" y="0"/>
                      <a:pt x="1090440" y="10266"/>
                      <a:pt x="1108713" y="28540"/>
                    </a:cubicBezTo>
                    <a:cubicBezTo>
                      <a:pt x="1126987" y="46813"/>
                      <a:pt x="1137253" y="71597"/>
                      <a:pt x="1137253" y="97440"/>
                    </a:cubicBezTo>
                    <a:lnTo>
                      <a:pt x="1137253" y="97440"/>
                    </a:lnTo>
                    <a:cubicBezTo>
                      <a:pt x="1137253" y="123283"/>
                      <a:pt x="1126987" y="148067"/>
                      <a:pt x="1108713" y="166341"/>
                    </a:cubicBezTo>
                    <a:cubicBezTo>
                      <a:pt x="1090440" y="184614"/>
                      <a:pt x="1065655" y="194880"/>
                      <a:pt x="1039812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1137253" cy="232980"/>
              </a:xfrm>
              <a:prstGeom prst="rect">
                <a:avLst/>
              </a:prstGeom>
            </p:spPr>
            <p:txBody>
              <a:bodyPr anchor="ctr" rtlCol="false" tIns="39800" lIns="39800" bIns="39800" rIns="39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5" id="75"/>
            <p:cNvSpPr/>
            <p:nvPr/>
          </p:nvSpPr>
          <p:spPr>
            <a:xfrm flipH="false" flipV="true" rot="0">
              <a:off x="564447" y="2112436"/>
              <a:ext cx="576849" cy="590882"/>
            </a:xfrm>
            <a:custGeom>
              <a:avLst/>
              <a:gdLst/>
              <a:ahLst/>
              <a:cxnLst/>
              <a:rect r="r" b="b" t="t" l="l"/>
              <a:pathLst>
                <a:path h="590882" w="576849">
                  <a:moveTo>
                    <a:pt x="0" y="590882"/>
                  </a:moveTo>
                  <a:lnTo>
                    <a:pt x="576849" y="590882"/>
                  </a:lnTo>
                  <a:lnTo>
                    <a:pt x="576849" y="0"/>
                  </a:lnTo>
                  <a:lnTo>
                    <a:pt x="0" y="0"/>
                  </a:lnTo>
                  <a:lnTo>
                    <a:pt x="0" y="590882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6" id="76"/>
            <p:cNvGrpSpPr/>
            <p:nvPr/>
          </p:nvGrpSpPr>
          <p:grpSpPr>
            <a:xfrm rot="0">
              <a:off x="1344496" y="2099736"/>
              <a:ext cx="5250407" cy="875293"/>
              <a:chOff x="0" y="0"/>
              <a:chExt cx="2130638" cy="355198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130638" cy="355198"/>
              </a:xfrm>
              <a:custGeom>
                <a:avLst/>
                <a:gdLst/>
                <a:ahLst/>
                <a:cxnLst/>
                <a:rect r="r" b="b" t="t" l="l"/>
                <a:pathLst>
                  <a:path h="355198" w="2130638">
                    <a:moveTo>
                      <a:pt x="100269" y="0"/>
                    </a:moveTo>
                    <a:lnTo>
                      <a:pt x="2030369" y="0"/>
                    </a:lnTo>
                    <a:cubicBezTo>
                      <a:pt x="2085746" y="0"/>
                      <a:pt x="2130638" y="44892"/>
                      <a:pt x="2130638" y="100269"/>
                    </a:cubicBezTo>
                    <a:lnTo>
                      <a:pt x="2130638" y="254929"/>
                    </a:lnTo>
                    <a:cubicBezTo>
                      <a:pt x="2130638" y="310306"/>
                      <a:pt x="2085746" y="355198"/>
                      <a:pt x="2030369" y="355198"/>
                    </a:cubicBezTo>
                    <a:lnTo>
                      <a:pt x="100269" y="355198"/>
                    </a:lnTo>
                    <a:cubicBezTo>
                      <a:pt x="44892" y="355198"/>
                      <a:pt x="0" y="310306"/>
                      <a:pt x="0" y="254929"/>
                    </a:cubicBezTo>
                    <a:lnTo>
                      <a:pt x="0" y="100269"/>
                    </a:lnTo>
                    <a:cubicBezTo>
                      <a:pt x="0" y="44892"/>
                      <a:pt x="44892" y="0"/>
                      <a:pt x="100269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2130638" cy="393298"/>
              </a:xfrm>
              <a:prstGeom prst="rect">
                <a:avLst/>
              </a:prstGeom>
            </p:spPr>
            <p:txBody>
              <a:bodyPr anchor="ctr" rtlCol="false" tIns="24728" lIns="24728" bIns="24728" rIns="2472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297235" y="880551"/>
              <a:ext cx="8426801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= [1, 2] * 3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print(lista)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1661996" y="2296918"/>
              <a:ext cx="493290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[1, 2, 1, 2, 1, 2]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79985" y="155537"/>
              <a:ext cx="5313348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5:listas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>
            <a:off x="6079157" y="6984776"/>
            <a:ext cx="528078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9124950" y="6965726"/>
            <a:ext cx="19050" cy="125624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4" id="84"/>
          <p:cNvSpPr txBox="true"/>
          <p:nvPr/>
        </p:nvSpPr>
        <p:spPr>
          <a:xfrm rot="0">
            <a:off x="7412183" y="8477029"/>
            <a:ext cx="346363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multiplicação é mais flexível: funciona com números, mas também pode repetir textos e listas.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7082" y="1806860"/>
            <a:ext cx="20658867" cy="1386663"/>
            <a:chOff x="0" y="0"/>
            <a:chExt cx="5441018" cy="3652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1018" cy="365212"/>
            </a:xfrm>
            <a:custGeom>
              <a:avLst/>
              <a:gdLst/>
              <a:ahLst/>
              <a:cxnLst/>
              <a:rect r="r" b="b" t="t" l="l"/>
              <a:pathLst>
                <a:path h="365212" w="5441018">
                  <a:moveTo>
                    <a:pt x="19112" y="0"/>
                  </a:moveTo>
                  <a:lnTo>
                    <a:pt x="5421906" y="0"/>
                  </a:lnTo>
                  <a:cubicBezTo>
                    <a:pt x="5432461" y="0"/>
                    <a:pt x="5441018" y="8557"/>
                    <a:pt x="5441018" y="19112"/>
                  </a:cubicBezTo>
                  <a:lnTo>
                    <a:pt x="5441018" y="346099"/>
                  </a:lnTo>
                  <a:cubicBezTo>
                    <a:pt x="5441018" y="351168"/>
                    <a:pt x="5439005" y="356030"/>
                    <a:pt x="5435421" y="359614"/>
                  </a:cubicBezTo>
                  <a:cubicBezTo>
                    <a:pt x="5431836" y="363198"/>
                    <a:pt x="5426975" y="365212"/>
                    <a:pt x="5421906" y="365212"/>
                  </a:cubicBezTo>
                  <a:lnTo>
                    <a:pt x="19112" y="365212"/>
                  </a:lnTo>
                  <a:cubicBezTo>
                    <a:pt x="8557" y="365212"/>
                    <a:pt x="0" y="356655"/>
                    <a:pt x="0" y="346099"/>
                  </a:cubicBezTo>
                  <a:lnTo>
                    <a:pt x="0" y="19112"/>
                  </a:lnTo>
                  <a:cubicBezTo>
                    <a:pt x="0" y="8557"/>
                    <a:pt x="8557" y="0"/>
                    <a:pt x="1911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41018" cy="403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true" rot="0">
            <a:off x="2459911" y="8182003"/>
            <a:ext cx="447031" cy="457907"/>
          </a:xfrm>
          <a:custGeom>
            <a:avLst/>
            <a:gdLst/>
            <a:ahLst/>
            <a:cxnLst/>
            <a:rect r="r" b="b" t="t" l="l"/>
            <a:pathLst>
              <a:path h="457907" w="447031">
                <a:moveTo>
                  <a:pt x="0" y="457907"/>
                </a:moveTo>
                <a:lnTo>
                  <a:pt x="447031" y="457907"/>
                </a:lnTo>
                <a:lnTo>
                  <a:pt x="447031" y="0"/>
                </a:lnTo>
                <a:lnTo>
                  <a:pt x="0" y="0"/>
                </a:lnTo>
                <a:lnTo>
                  <a:pt x="0" y="45790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59911" y="7073706"/>
            <a:ext cx="6330563" cy="2216593"/>
            <a:chOff x="0" y="0"/>
            <a:chExt cx="8440750" cy="295545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510736"/>
              <a:ext cx="5043850" cy="1878339"/>
              <a:chOff x="0" y="0"/>
              <a:chExt cx="1230741" cy="45833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30741" cy="458330"/>
              </a:xfrm>
              <a:custGeom>
                <a:avLst/>
                <a:gdLst/>
                <a:ahLst/>
                <a:cxnLst/>
                <a:rect r="r" b="b" t="t" l="l"/>
                <a:pathLst>
                  <a:path h="458330" w="1230741">
                    <a:moveTo>
                      <a:pt x="104375" y="0"/>
                    </a:moveTo>
                    <a:lnTo>
                      <a:pt x="1126366" y="0"/>
                    </a:lnTo>
                    <a:cubicBezTo>
                      <a:pt x="1184011" y="0"/>
                      <a:pt x="1230741" y="46730"/>
                      <a:pt x="1230741" y="104375"/>
                    </a:cubicBezTo>
                    <a:lnTo>
                      <a:pt x="1230741" y="353956"/>
                    </a:lnTo>
                    <a:cubicBezTo>
                      <a:pt x="1230741" y="381637"/>
                      <a:pt x="1219744" y="408186"/>
                      <a:pt x="1200170" y="427760"/>
                    </a:cubicBezTo>
                    <a:cubicBezTo>
                      <a:pt x="1180596" y="447334"/>
                      <a:pt x="1154048" y="458330"/>
                      <a:pt x="1126366" y="458330"/>
                    </a:cubicBezTo>
                    <a:lnTo>
                      <a:pt x="104375" y="458330"/>
                    </a:lnTo>
                    <a:cubicBezTo>
                      <a:pt x="76693" y="458330"/>
                      <a:pt x="50145" y="447334"/>
                      <a:pt x="30571" y="427760"/>
                    </a:cubicBezTo>
                    <a:cubicBezTo>
                      <a:pt x="10997" y="408186"/>
                      <a:pt x="0" y="381637"/>
                      <a:pt x="0" y="353956"/>
                    </a:cubicBezTo>
                    <a:lnTo>
                      <a:pt x="0" y="104375"/>
                    </a:lnTo>
                    <a:cubicBezTo>
                      <a:pt x="0" y="76693"/>
                      <a:pt x="10997" y="50145"/>
                      <a:pt x="30571" y="30571"/>
                    </a:cubicBezTo>
                    <a:cubicBezTo>
                      <a:pt x="50145" y="10997"/>
                      <a:pt x="76693" y="0"/>
                      <a:pt x="10437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230741" cy="496430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7929310" cy="855490"/>
              <a:chOff x="0" y="0"/>
              <a:chExt cx="1934817" cy="20874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34817" cy="208747"/>
              </a:xfrm>
              <a:custGeom>
                <a:avLst/>
                <a:gdLst/>
                <a:ahLst/>
                <a:cxnLst/>
                <a:rect r="r" b="b" t="t" l="l"/>
                <a:pathLst>
                  <a:path h="208747" w="1934817">
                    <a:moveTo>
                      <a:pt x="66393" y="0"/>
                    </a:moveTo>
                    <a:lnTo>
                      <a:pt x="1868424" y="0"/>
                    </a:lnTo>
                    <a:cubicBezTo>
                      <a:pt x="1886033" y="0"/>
                      <a:pt x="1902920" y="6995"/>
                      <a:pt x="1915371" y="19446"/>
                    </a:cubicBezTo>
                    <a:cubicBezTo>
                      <a:pt x="1927822" y="31897"/>
                      <a:pt x="1934817" y="48784"/>
                      <a:pt x="1934817" y="66393"/>
                    </a:cubicBezTo>
                    <a:lnTo>
                      <a:pt x="1934817" y="142354"/>
                    </a:lnTo>
                    <a:cubicBezTo>
                      <a:pt x="1934817" y="159962"/>
                      <a:pt x="1927822" y="176849"/>
                      <a:pt x="1915371" y="189301"/>
                    </a:cubicBezTo>
                    <a:cubicBezTo>
                      <a:pt x="1902920" y="201752"/>
                      <a:pt x="1886033" y="208747"/>
                      <a:pt x="1868424" y="208747"/>
                    </a:cubicBezTo>
                    <a:lnTo>
                      <a:pt x="66393" y="208747"/>
                    </a:lnTo>
                    <a:cubicBezTo>
                      <a:pt x="29725" y="208747"/>
                      <a:pt x="0" y="179021"/>
                      <a:pt x="0" y="142354"/>
                    </a:cubicBezTo>
                    <a:lnTo>
                      <a:pt x="0" y="66393"/>
                    </a:lnTo>
                    <a:cubicBezTo>
                      <a:pt x="0" y="29725"/>
                      <a:pt x="29725" y="0"/>
                      <a:pt x="66393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1934817" cy="275422"/>
              </a:xfrm>
              <a:prstGeom prst="rect">
                <a:avLst/>
              </a:prstGeom>
            </p:spPr>
            <p:txBody>
              <a:bodyPr anchor="ctr" rtlCol="false" tIns="41124" lIns="41124" bIns="41124" rIns="41124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07124" y="966675"/>
              <a:ext cx="7087552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7 // 2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112110" y="2389075"/>
              <a:ext cx="2182433" cy="566383"/>
              <a:chOff x="0" y="0"/>
              <a:chExt cx="857122" cy="22243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57122" cy="222439"/>
              </a:xfrm>
              <a:custGeom>
                <a:avLst/>
                <a:gdLst/>
                <a:ahLst/>
                <a:cxnLst/>
                <a:rect r="r" b="b" t="t" l="l"/>
                <a:pathLst>
                  <a:path h="222439" w="857122">
                    <a:moveTo>
                      <a:pt x="111220" y="0"/>
                    </a:moveTo>
                    <a:lnTo>
                      <a:pt x="745903" y="0"/>
                    </a:lnTo>
                    <a:cubicBezTo>
                      <a:pt x="775400" y="0"/>
                      <a:pt x="803689" y="11718"/>
                      <a:pt x="824547" y="32576"/>
                    </a:cubicBezTo>
                    <a:cubicBezTo>
                      <a:pt x="845405" y="53433"/>
                      <a:pt x="857122" y="81722"/>
                      <a:pt x="857122" y="111220"/>
                    </a:cubicBezTo>
                    <a:lnTo>
                      <a:pt x="857122" y="111220"/>
                    </a:lnTo>
                    <a:cubicBezTo>
                      <a:pt x="857122" y="140717"/>
                      <a:pt x="845405" y="169006"/>
                      <a:pt x="824547" y="189864"/>
                    </a:cubicBezTo>
                    <a:cubicBezTo>
                      <a:pt x="803689" y="210722"/>
                      <a:pt x="775400" y="222439"/>
                      <a:pt x="745903" y="222439"/>
                    </a:cubicBezTo>
                    <a:lnTo>
                      <a:pt x="111220" y="222439"/>
                    </a:lnTo>
                    <a:cubicBezTo>
                      <a:pt x="81722" y="222439"/>
                      <a:pt x="53433" y="210722"/>
                      <a:pt x="32576" y="189864"/>
                    </a:cubicBezTo>
                    <a:cubicBezTo>
                      <a:pt x="11718" y="169006"/>
                      <a:pt x="0" y="140717"/>
                      <a:pt x="0" y="111220"/>
                    </a:cubicBezTo>
                    <a:lnTo>
                      <a:pt x="0" y="111220"/>
                    </a:lnTo>
                    <a:cubicBezTo>
                      <a:pt x="0" y="81722"/>
                      <a:pt x="11718" y="53433"/>
                      <a:pt x="32576" y="32576"/>
                    </a:cubicBezTo>
                    <a:cubicBezTo>
                      <a:pt x="53433" y="11718"/>
                      <a:pt x="81722" y="0"/>
                      <a:pt x="11122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57122" cy="260539"/>
              </a:xfrm>
              <a:prstGeom prst="rect">
                <a:avLst/>
              </a:prstGeom>
            </p:spPr>
            <p:txBody>
              <a:bodyPr anchor="ctr" rtlCol="false" tIns="25550" lIns="25550" bIns="25550" rIns="2555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41607" y="2467359"/>
              <a:ext cx="195293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3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5334" y="173486"/>
              <a:ext cx="8165416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4:Divisão inteira (//)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80882" y="2042991"/>
            <a:ext cx="1709728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Divisão (/): Us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dividir 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primeiro valor pelo segundo. O resultado é sempre um número de ponto flutuante (float)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DIVISÃO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01878" y="3631673"/>
            <a:ext cx="4418799" cy="2191053"/>
            <a:chOff x="0" y="0"/>
            <a:chExt cx="5891732" cy="292140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496579"/>
              <a:ext cx="5221113" cy="1860936"/>
              <a:chOff x="0" y="0"/>
              <a:chExt cx="1164523" cy="41506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64523" cy="415065"/>
              </a:xfrm>
              <a:custGeom>
                <a:avLst/>
                <a:gdLst/>
                <a:ahLst/>
                <a:cxnLst/>
                <a:rect r="r" b="b" t="t" l="l"/>
                <a:pathLst>
                  <a:path h="415065" w="1164523">
                    <a:moveTo>
                      <a:pt x="100831" y="0"/>
                    </a:moveTo>
                    <a:lnTo>
                      <a:pt x="1063692" y="0"/>
                    </a:lnTo>
                    <a:cubicBezTo>
                      <a:pt x="1090434" y="0"/>
                      <a:pt x="1116081" y="10623"/>
                      <a:pt x="1134990" y="29533"/>
                    </a:cubicBezTo>
                    <a:cubicBezTo>
                      <a:pt x="1153899" y="48442"/>
                      <a:pt x="1164523" y="74089"/>
                      <a:pt x="1164523" y="100831"/>
                    </a:cubicBezTo>
                    <a:lnTo>
                      <a:pt x="1164523" y="314234"/>
                    </a:lnTo>
                    <a:cubicBezTo>
                      <a:pt x="1164523" y="340976"/>
                      <a:pt x="1153899" y="366623"/>
                      <a:pt x="1134990" y="385532"/>
                    </a:cubicBezTo>
                    <a:cubicBezTo>
                      <a:pt x="1116081" y="404442"/>
                      <a:pt x="1090434" y="415065"/>
                      <a:pt x="1063692" y="415065"/>
                    </a:cubicBezTo>
                    <a:lnTo>
                      <a:pt x="100831" y="415065"/>
                    </a:lnTo>
                    <a:cubicBezTo>
                      <a:pt x="45144" y="415065"/>
                      <a:pt x="0" y="369922"/>
                      <a:pt x="0" y="314234"/>
                    </a:cubicBezTo>
                    <a:lnTo>
                      <a:pt x="0" y="100831"/>
                    </a:lnTo>
                    <a:cubicBezTo>
                      <a:pt x="0" y="74089"/>
                      <a:pt x="10623" y="48442"/>
                      <a:pt x="29533" y="29533"/>
                    </a:cubicBezTo>
                    <a:cubicBezTo>
                      <a:pt x="48442" y="10623"/>
                      <a:pt x="74089" y="0"/>
                      <a:pt x="10083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164523" cy="453165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3158960" cy="873742"/>
              <a:chOff x="0" y="0"/>
              <a:chExt cx="704578" cy="1948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04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04578">
                    <a:moveTo>
                      <a:pt x="97440" y="0"/>
                    </a:moveTo>
                    <a:lnTo>
                      <a:pt x="607138" y="0"/>
                    </a:lnTo>
                    <a:cubicBezTo>
                      <a:pt x="632980" y="0"/>
                      <a:pt x="657765" y="10266"/>
                      <a:pt x="676038" y="28540"/>
                    </a:cubicBezTo>
                    <a:cubicBezTo>
                      <a:pt x="694312" y="46813"/>
                      <a:pt x="704578" y="71597"/>
                      <a:pt x="704578" y="97440"/>
                    </a:cubicBezTo>
                    <a:lnTo>
                      <a:pt x="704578" y="97440"/>
                    </a:lnTo>
                    <a:cubicBezTo>
                      <a:pt x="704578" y="123283"/>
                      <a:pt x="694312" y="148067"/>
                      <a:pt x="676038" y="166341"/>
                    </a:cubicBezTo>
                    <a:cubicBezTo>
                      <a:pt x="657765" y="184614"/>
                      <a:pt x="632980" y="194880"/>
                      <a:pt x="607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04578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true" rot="0">
              <a:off x="393087" y="2158423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1045160" y="2387519"/>
              <a:ext cx="2830196" cy="533885"/>
              <a:chOff x="0" y="0"/>
              <a:chExt cx="1016012" cy="19165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1601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16012">
                    <a:moveTo>
                      <a:pt x="95830" y="0"/>
                    </a:moveTo>
                    <a:lnTo>
                      <a:pt x="920182" y="0"/>
                    </a:lnTo>
                    <a:cubicBezTo>
                      <a:pt x="945598" y="0"/>
                      <a:pt x="969972" y="10096"/>
                      <a:pt x="987944" y="28068"/>
                    </a:cubicBezTo>
                    <a:cubicBezTo>
                      <a:pt x="1005915" y="46039"/>
                      <a:pt x="1016012" y="70414"/>
                      <a:pt x="1016012" y="95830"/>
                    </a:cubicBezTo>
                    <a:lnTo>
                      <a:pt x="1016012" y="95830"/>
                    </a:lnTo>
                    <a:cubicBezTo>
                      <a:pt x="1016012" y="148755"/>
                      <a:pt x="973107" y="191659"/>
                      <a:pt x="9201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01601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90953" y="2476266"/>
              <a:ext cx="25844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2.25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1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35996" y="995380"/>
              <a:ext cx="5555737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9 / 4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92882" y="3632632"/>
            <a:ext cx="4819469" cy="2190094"/>
            <a:chOff x="0" y="0"/>
            <a:chExt cx="6425958" cy="2920125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450910"/>
              <a:ext cx="5995108" cy="1984091"/>
              <a:chOff x="0" y="0"/>
              <a:chExt cx="1390474" cy="46018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90474" cy="460180"/>
              </a:xfrm>
              <a:custGeom>
                <a:avLst/>
                <a:gdLst/>
                <a:ahLst/>
                <a:cxnLst/>
                <a:rect r="r" b="b" t="t" l="l"/>
                <a:pathLst>
                  <a:path h="460180" w="1390474">
                    <a:moveTo>
                      <a:pt x="87813" y="0"/>
                    </a:moveTo>
                    <a:lnTo>
                      <a:pt x="1302661" y="0"/>
                    </a:lnTo>
                    <a:cubicBezTo>
                      <a:pt x="1325950" y="0"/>
                      <a:pt x="1348286" y="9252"/>
                      <a:pt x="1364754" y="25720"/>
                    </a:cubicBezTo>
                    <a:cubicBezTo>
                      <a:pt x="1381222" y="42188"/>
                      <a:pt x="1390474" y="64524"/>
                      <a:pt x="1390474" y="87813"/>
                    </a:cubicBezTo>
                    <a:lnTo>
                      <a:pt x="1390474" y="372366"/>
                    </a:lnTo>
                    <a:cubicBezTo>
                      <a:pt x="1390474" y="420864"/>
                      <a:pt x="1351159" y="460180"/>
                      <a:pt x="1302661" y="460180"/>
                    </a:cubicBezTo>
                    <a:lnTo>
                      <a:pt x="87813" y="460180"/>
                    </a:lnTo>
                    <a:cubicBezTo>
                      <a:pt x="39315" y="460180"/>
                      <a:pt x="0" y="420864"/>
                      <a:pt x="0" y="372366"/>
                    </a:cubicBezTo>
                    <a:lnTo>
                      <a:pt x="0" y="87813"/>
                    </a:lnTo>
                    <a:cubicBezTo>
                      <a:pt x="0" y="39315"/>
                      <a:pt x="39315" y="0"/>
                      <a:pt x="8781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390474" cy="498280"/>
              </a:xfrm>
              <a:prstGeom prst="rect">
                <a:avLst/>
              </a:prstGeom>
            </p:spPr>
            <p:txBody>
              <a:bodyPr anchor="ctr" rtlCol="false" tIns="65545" lIns="65545" bIns="65545" rIns="6554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374535" cy="813610"/>
              <a:chOff x="0" y="0"/>
              <a:chExt cx="782672" cy="18870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82672" cy="188704"/>
              </a:xfrm>
              <a:custGeom>
                <a:avLst/>
                <a:gdLst/>
                <a:ahLst/>
                <a:cxnLst/>
                <a:rect r="r" b="b" t="t" l="l"/>
                <a:pathLst>
                  <a:path h="188704" w="782672">
                    <a:moveTo>
                      <a:pt x="94352" y="0"/>
                    </a:moveTo>
                    <a:lnTo>
                      <a:pt x="688320" y="0"/>
                    </a:lnTo>
                    <a:cubicBezTo>
                      <a:pt x="740429" y="0"/>
                      <a:pt x="782672" y="42243"/>
                      <a:pt x="782672" y="94352"/>
                    </a:cubicBezTo>
                    <a:lnTo>
                      <a:pt x="782672" y="94352"/>
                    </a:lnTo>
                    <a:cubicBezTo>
                      <a:pt x="782672" y="119376"/>
                      <a:pt x="772732" y="143375"/>
                      <a:pt x="755037" y="161069"/>
                    </a:cubicBezTo>
                    <a:cubicBezTo>
                      <a:pt x="737343" y="178764"/>
                      <a:pt x="713344" y="188704"/>
                      <a:pt x="688320" y="188704"/>
                    </a:cubicBezTo>
                    <a:lnTo>
                      <a:pt x="94352" y="188704"/>
                    </a:lnTo>
                    <a:cubicBezTo>
                      <a:pt x="42243" y="188704"/>
                      <a:pt x="0" y="146462"/>
                      <a:pt x="0" y="94352"/>
                    </a:cubicBezTo>
                    <a:lnTo>
                      <a:pt x="0" y="94352"/>
                    </a:lnTo>
                    <a:cubicBezTo>
                      <a:pt x="0" y="42243"/>
                      <a:pt x="42243" y="0"/>
                      <a:pt x="9435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82672" cy="226804"/>
              </a:xfrm>
              <a:prstGeom prst="rect">
                <a:avLst/>
              </a:prstGeom>
            </p:spPr>
            <p:txBody>
              <a:bodyPr anchor="ctr" rtlCol="false" tIns="43265" lIns="43265" bIns="43265" rIns="4326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23112" y="930583"/>
              <a:ext cx="6102846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100 / 5 / 2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true" rot="0">
              <a:off x="963509" y="2213283"/>
              <a:ext cx="627069" cy="642324"/>
            </a:xfrm>
            <a:custGeom>
              <a:avLst/>
              <a:gdLst/>
              <a:ahLst/>
              <a:cxnLst/>
              <a:rect r="r" b="b" t="t" l="l"/>
              <a:pathLst>
                <a:path h="642324" w="627069">
                  <a:moveTo>
                    <a:pt x="0" y="642324"/>
                  </a:moveTo>
                  <a:lnTo>
                    <a:pt x="627069" y="642324"/>
                  </a:lnTo>
                  <a:lnTo>
                    <a:pt x="627069" y="0"/>
                  </a:lnTo>
                  <a:lnTo>
                    <a:pt x="0" y="0"/>
                  </a:lnTo>
                  <a:lnTo>
                    <a:pt x="0" y="64232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1896989" y="2356237"/>
              <a:ext cx="2643930" cy="563888"/>
              <a:chOff x="0" y="0"/>
              <a:chExt cx="986991" cy="21050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986991" cy="210502"/>
              </a:xfrm>
              <a:custGeom>
                <a:avLst/>
                <a:gdLst/>
                <a:ahLst/>
                <a:cxnLst/>
                <a:rect r="r" b="b" t="t" l="l"/>
                <a:pathLst>
                  <a:path h="210502" w="986991">
                    <a:moveTo>
                      <a:pt x="105251" y="0"/>
                    </a:moveTo>
                    <a:lnTo>
                      <a:pt x="881740" y="0"/>
                    </a:lnTo>
                    <a:cubicBezTo>
                      <a:pt x="939869" y="0"/>
                      <a:pt x="986991" y="47122"/>
                      <a:pt x="986991" y="105251"/>
                    </a:cubicBezTo>
                    <a:lnTo>
                      <a:pt x="986991" y="105251"/>
                    </a:lnTo>
                    <a:cubicBezTo>
                      <a:pt x="986991" y="133165"/>
                      <a:pt x="975902" y="159936"/>
                      <a:pt x="956164" y="179675"/>
                    </a:cubicBezTo>
                    <a:cubicBezTo>
                      <a:pt x="936425" y="199413"/>
                      <a:pt x="909654" y="210502"/>
                      <a:pt x="881740" y="210502"/>
                    </a:cubicBezTo>
                    <a:lnTo>
                      <a:pt x="105251" y="210502"/>
                    </a:lnTo>
                    <a:cubicBezTo>
                      <a:pt x="47122" y="210502"/>
                      <a:pt x="0" y="163380"/>
                      <a:pt x="0" y="105251"/>
                    </a:cubicBezTo>
                    <a:lnTo>
                      <a:pt x="0" y="105251"/>
                    </a:lnTo>
                    <a:cubicBezTo>
                      <a:pt x="0" y="47122"/>
                      <a:pt x="47122" y="0"/>
                      <a:pt x="10525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986991" cy="248602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087353" y="2434981"/>
              <a:ext cx="220595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10.0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85274" y="142451"/>
              <a:ext cx="288926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585516" y="3520497"/>
            <a:ext cx="7702484" cy="2837657"/>
            <a:chOff x="0" y="0"/>
            <a:chExt cx="10269979" cy="3783543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466738"/>
              <a:ext cx="9697609" cy="2968677"/>
              <a:chOff x="0" y="0"/>
              <a:chExt cx="2301255" cy="70447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301255" cy="704471"/>
              </a:xfrm>
              <a:custGeom>
                <a:avLst/>
                <a:gdLst/>
                <a:ahLst/>
                <a:cxnLst/>
                <a:rect r="r" b="b" t="t" l="l"/>
                <a:pathLst>
                  <a:path h="704471" w="2301255">
                    <a:moveTo>
                      <a:pt x="54287" y="0"/>
                    </a:moveTo>
                    <a:lnTo>
                      <a:pt x="2246969" y="0"/>
                    </a:lnTo>
                    <a:cubicBezTo>
                      <a:pt x="2276951" y="0"/>
                      <a:pt x="2301255" y="24305"/>
                      <a:pt x="2301255" y="54287"/>
                    </a:cubicBezTo>
                    <a:lnTo>
                      <a:pt x="2301255" y="650184"/>
                    </a:lnTo>
                    <a:cubicBezTo>
                      <a:pt x="2301255" y="680166"/>
                      <a:pt x="2276951" y="704471"/>
                      <a:pt x="2246969" y="704471"/>
                    </a:cubicBezTo>
                    <a:lnTo>
                      <a:pt x="54287" y="704471"/>
                    </a:lnTo>
                    <a:cubicBezTo>
                      <a:pt x="39889" y="704471"/>
                      <a:pt x="26081" y="698751"/>
                      <a:pt x="15900" y="688571"/>
                    </a:cubicBezTo>
                    <a:cubicBezTo>
                      <a:pt x="5719" y="678390"/>
                      <a:pt x="0" y="664582"/>
                      <a:pt x="0" y="650184"/>
                    </a:cubicBezTo>
                    <a:lnTo>
                      <a:pt x="0" y="54287"/>
                    </a:lnTo>
                    <a:cubicBezTo>
                      <a:pt x="0" y="39889"/>
                      <a:pt x="5719" y="26081"/>
                      <a:pt x="15900" y="15900"/>
                    </a:cubicBezTo>
                    <a:cubicBezTo>
                      <a:pt x="26081" y="5719"/>
                      <a:pt x="39889" y="0"/>
                      <a:pt x="5428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2301255" cy="742571"/>
              </a:xfrm>
              <a:prstGeom prst="rect">
                <a:avLst/>
              </a:prstGeom>
            </p:spPr>
            <p:txBody>
              <a:bodyPr anchor="ctr" rtlCol="false" tIns="64062" lIns="64062" bIns="64062" rIns="6406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0"/>
              <a:ext cx="3253406" cy="821236"/>
              <a:chOff x="0" y="0"/>
              <a:chExt cx="772038" cy="19488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77203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72038">
                    <a:moveTo>
                      <a:pt x="97440" y="0"/>
                    </a:moveTo>
                    <a:lnTo>
                      <a:pt x="674597" y="0"/>
                    </a:lnTo>
                    <a:cubicBezTo>
                      <a:pt x="700440" y="0"/>
                      <a:pt x="725224" y="10266"/>
                      <a:pt x="743498" y="28540"/>
                    </a:cubicBezTo>
                    <a:cubicBezTo>
                      <a:pt x="761772" y="46813"/>
                      <a:pt x="772038" y="71597"/>
                      <a:pt x="772038" y="97440"/>
                    </a:cubicBezTo>
                    <a:lnTo>
                      <a:pt x="772038" y="97440"/>
                    </a:lnTo>
                    <a:cubicBezTo>
                      <a:pt x="772038" y="123283"/>
                      <a:pt x="761772" y="148067"/>
                      <a:pt x="743498" y="166341"/>
                    </a:cubicBezTo>
                    <a:cubicBezTo>
                      <a:pt x="725224" y="184614"/>
                      <a:pt x="700440" y="194880"/>
                      <a:pt x="674597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772038" cy="232980"/>
              </a:xfrm>
              <a:prstGeom prst="rect">
                <a:avLst/>
              </a:prstGeom>
            </p:spPr>
            <p:txBody>
              <a:bodyPr anchor="ctr" rtlCol="false" tIns="42286" lIns="42286" bIns="42286" rIns="422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443729" y="1038715"/>
              <a:ext cx="9826250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pessoas = 4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pedacos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8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pedacos_por_pessoa = pedacos / pessoas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print(pedacos_por_pessoa)</a:t>
              </a:r>
            </a:p>
          </p:txBody>
        </p:sp>
        <p:sp>
          <p:nvSpPr>
            <p:cNvPr name="Freeform 62" id="62"/>
            <p:cNvSpPr/>
            <p:nvPr/>
          </p:nvSpPr>
          <p:spPr>
            <a:xfrm flipH="false" flipV="true" rot="0">
              <a:off x="4025122" y="3121515"/>
              <a:ext cx="612888" cy="627798"/>
            </a:xfrm>
            <a:custGeom>
              <a:avLst/>
              <a:gdLst/>
              <a:ahLst/>
              <a:cxnLst/>
              <a:rect r="r" b="b" t="t" l="l"/>
              <a:pathLst>
                <a:path h="627798" w="612888">
                  <a:moveTo>
                    <a:pt x="0" y="627799"/>
                  </a:moveTo>
                  <a:lnTo>
                    <a:pt x="612888" y="627799"/>
                  </a:lnTo>
                  <a:lnTo>
                    <a:pt x="612888" y="0"/>
                  </a:lnTo>
                  <a:lnTo>
                    <a:pt x="0" y="0"/>
                  </a:lnTo>
                  <a:lnTo>
                    <a:pt x="0" y="627799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3" id="63"/>
            <p:cNvGrpSpPr/>
            <p:nvPr/>
          </p:nvGrpSpPr>
          <p:grpSpPr>
            <a:xfrm rot="0">
              <a:off x="4764313" y="3281741"/>
              <a:ext cx="2354668" cy="501802"/>
              <a:chOff x="0" y="0"/>
              <a:chExt cx="899347" cy="19165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99347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899347">
                    <a:moveTo>
                      <a:pt x="95830" y="0"/>
                    </a:moveTo>
                    <a:lnTo>
                      <a:pt x="803517" y="0"/>
                    </a:lnTo>
                    <a:cubicBezTo>
                      <a:pt x="828933" y="0"/>
                      <a:pt x="853307" y="10096"/>
                      <a:pt x="871279" y="28068"/>
                    </a:cubicBezTo>
                    <a:cubicBezTo>
                      <a:pt x="889250" y="46039"/>
                      <a:pt x="899347" y="70414"/>
                      <a:pt x="899347" y="95830"/>
                    </a:cubicBezTo>
                    <a:lnTo>
                      <a:pt x="899347" y="95830"/>
                    </a:lnTo>
                    <a:cubicBezTo>
                      <a:pt x="899347" y="148755"/>
                      <a:pt x="856442" y="191659"/>
                      <a:pt x="803517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899347" cy="229759"/>
              </a:xfrm>
              <a:prstGeom prst="rect">
                <a:avLst/>
              </a:prstGeom>
            </p:spPr>
            <p:txBody>
              <a:bodyPr anchor="ctr" rtlCol="false" tIns="26272" lIns="26272" bIns="26272" rIns="2627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5074778" y="3329442"/>
              <a:ext cx="2163484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2.0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474299" y="165255"/>
              <a:ext cx="4481197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3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true" rot="0">
            <a:off x="9567336" y="8367982"/>
            <a:ext cx="432637" cy="443162"/>
          </a:xfrm>
          <a:custGeom>
            <a:avLst/>
            <a:gdLst/>
            <a:ahLst/>
            <a:cxnLst/>
            <a:rect r="r" b="b" t="t" l="l"/>
            <a:pathLst>
              <a:path h="443162" w="432637">
                <a:moveTo>
                  <a:pt x="0" y="443162"/>
                </a:moveTo>
                <a:lnTo>
                  <a:pt x="432636" y="443162"/>
                </a:lnTo>
                <a:lnTo>
                  <a:pt x="432636" y="0"/>
                </a:lnTo>
                <a:lnTo>
                  <a:pt x="0" y="0"/>
                </a:lnTo>
                <a:lnTo>
                  <a:pt x="0" y="4431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567336" y="7073706"/>
            <a:ext cx="7391504" cy="2384321"/>
            <a:chOff x="0" y="0"/>
            <a:chExt cx="9855339" cy="3179094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439293"/>
              <a:ext cx="5505627" cy="1893619"/>
              <a:chOff x="0" y="0"/>
              <a:chExt cx="1388117" cy="477432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388117" cy="477432"/>
              </a:xfrm>
              <a:custGeom>
                <a:avLst/>
                <a:gdLst/>
                <a:ahLst/>
                <a:cxnLst/>
                <a:rect r="r" b="b" t="t" l="l"/>
                <a:pathLst>
                  <a:path h="477432" w="1388117">
                    <a:moveTo>
                      <a:pt x="95620" y="0"/>
                    </a:moveTo>
                    <a:lnTo>
                      <a:pt x="1292496" y="0"/>
                    </a:lnTo>
                    <a:cubicBezTo>
                      <a:pt x="1317857" y="0"/>
                      <a:pt x="1342178" y="10074"/>
                      <a:pt x="1360110" y="28007"/>
                    </a:cubicBezTo>
                    <a:cubicBezTo>
                      <a:pt x="1378043" y="45939"/>
                      <a:pt x="1388117" y="70260"/>
                      <a:pt x="1388117" y="95620"/>
                    </a:cubicBezTo>
                    <a:lnTo>
                      <a:pt x="1388117" y="381812"/>
                    </a:lnTo>
                    <a:cubicBezTo>
                      <a:pt x="1388117" y="434622"/>
                      <a:pt x="1345306" y="477432"/>
                      <a:pt x="1292496" y="477432"/>
                    </a:cubicBezTo>
                    <a:lnTo>
                      <a:pt x="95620" y="477432"/>
                    </a:lnTo>
                    <a:cubicBezTo>
                      <a:pt x="70260" y="477432"/>
                      <a:pt x="45939" y="467358"/>
                      <a:pt x="28007" y="449426"/>
                    </a:cubicBezTo>
                    <a:cubicBezTo>
                      <a:pt x="10074" y="431493"/>
                      <a:pt x="0" y="407172"/>
                      <a:pt x="0" y="381812"/>
                    </a:cubicBezTo>
                    <a:lnTo>
                      <a:pt x="0" y="95620"/>
                    </a:lnTo>
                    <a:cubicBezTo>
                      <a:pt x="0" y="70260"/>
                      <a:pt x="10074" y="45939"/>
                      <a:pt x="28007" y="28007"/>
                    </a:cubicBezTo>
                    <a:cubicBezTo>
                      <a:pt x="45939" y="10074"/>
                      <a:pt x="70260" y="0"/>
                      <a:pt x="9562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1388117" cy="515532"/>
              </a:xfrm>
              <a:prstGeom prst="rect">
                <a:avLst/>
              </a:prstGeom>
            </p:spPr>
            <p:txBody>
              <a:bodyPr anchor="ctr" rtlCol="false" tIns="60295" lIns="60295" bIns="60295" rIns="6029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0"/>
              <a:ext cx="9482975" cy="772946"/>
              <a:chOff x="0" y="0"/>
              <a:chExt cx="2390914" cy="19488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3909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390914">
                    <a:moveTo>
                      <a:pt x="55515" y="0"/>
                    </a:moveTo>
                    <a:lnTo>
                      <a:pt x="2335398" y="0"/>
                    </a:lnTo>
                    <a:cubicBezTo>
                      <a:pt x="2350122" y="0"/>
                      <a:pt x="2364242" y="5849"/>
                      <a:pt x="2374654" y="16260"/>
                    </a:cubicBezTo>
                    <a:cubicBezTo>
                      <a:pt x="2385065" y="26671"/>
                      <a:pt x="2390914" y="40792"/>
                      <a:pt x="2390914" y="55515"/>
                    </a:cubicBezTo>
                    <a:lnTo>
                      <a:pt x="2390914" y="139365"/>
                    </a:lnTo>
                    <a:cubicBezTo>
                      <a:pt x="2390914" y="154089"/>
                      <a:pt x="2385065" y="168209"/>
                      <a:pt x="2374654" y="178620"/>
                    </a:cubicBezTo>
                    <a:cubicBezTo>
                      <a:pt x="2364242" y="189031"/>
                      <a:pt x="2350122" y="194880"/>
                      <a:pt x="2335398" y="194880"/>
                    </a:cubicBezTo>
                    <a:lnTo>
                      <a:pt x="55515" y="194880"/>
                    </a:lnTo>
                    <a:cubicBezTo>
                      <a:pt x="40792" y="194880"/>
                      <a:pt x="26671" y="189031"/>
                      <a:pt x="16260" y="178620"/>
                    </a:cubicBezTo>
                    <a:cubicBezTo>
                      <a:pt x="5849" y="168209"/>
                      <a:pt x="0" y="154089"/>
                      <a:pt x="0" y="139365"/>
                    </a:cubicBezTo>
                    <a:lnTo>
                      <a:pt x="0" y="55515"/>
                    </a:lnTo>
                    <a:cubicBezTo>
                      <a:pt x="0" y="40792"/>
                      <a:pt x="5849" y="26671"/>
                      <a:pt x="16260" y="16260"/>
                    </a:cubicBezTo>
                    <a:cubicBezTo>
                      <a:pt x="26671" y="5849"/>
                      <a:pt x="40792" y="0"/>
                      <a:pt x="5551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2390914" cy="232980"/>
              </a:xfrm>
              <a:prstGeom prst="rect">
                <a:avLst/>
              </a:prstGeom>
            </p:spPr>
            <p:txBody>
              <a:bodyPr anchor="ctr" rtlCol="false" tIns="39800" lIns="39800" bIns="39800" rIns="39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291135" y="2303801"/>
              <a:ext cx="2550122" cy="875293"/>
              <a:chOff x="0" y="0"/>
              <a:chExt cx="1034850" cy="355198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034850" cy="355198"/>
              </a:xfrm>
              <a:custGeom>
                <a:avLst/>
                <a:gdLst/>
                <a:ahLst/>
                <a:cxnLst/>
                <a:rect r="r" b="b" t="t" l="l"/>
                <a:pathLst>
                  <a:path h="355198" w="1034850">
                    <a:moveTo>
                      <a:pt x="177599" y="0"/>
                    </a:moveTo>
                    <a:lnTo>
                      <a:pt x="857252" y="0"/>
                    </a:lnTo>
                    <a:cubicBezTo>
                      <a:pt x="904354" y="0"/>
                      <a:pt x="949527" y="18711"/>
                      <a:pt x="982833" y="52017"/>
                    </a:cubicBezTo>
                    <a:cubicBezTo>
                      <a:pt x="1016139" y="85324"/>
                      <a:pt x="1034850" y="130497"/>
                      <a:pt x="1034850" y="177599"/>
                    </a:cubicBezTo>
                    <a:lnTo>
                      <a:pt x="1034850" y="177599"/>
                    </a:lnTo>
                    <a:cubicBezTo>
                      <a:pt x="1034850" y="275684"/>
                      <a:pt x="955337" y="355198"/>
                      <a:pt x="857252" y="355198"/>
                    </a:cubicBezTo>
                    <a:lnTo>
                      <a:pt x="177599" y="355198"/>
                    </a:lnTo>
                    <a:cubicBezTo>
                      <a:pt x="130497" y="355198"/>
                      <a:pt x="85324" y="336486"/>
                      <a:pt x="52017" y="303180"/>
                    </a:cubicBezTo>
                    <a:cubicBezTo>
                      <a:pt x="18711" y="269874"/>
                      <a:pt x="0" y="224701"/>
                      <a:pt x="0" y="177599"/>
                    </a:cubicBezTo>
                    <a:lnTo>
                      <a:pt x="0" y="177599"/>
                    </a:lnTo>
                    <a:cubicBezTo>
                      <a:pt x="0" y="130497"/>
                      <a:pt x="18711" y="85324"/>
                      <a:pt x="52017" y="52017"/>
                    </a:cubicBezTo>
                    <a:cubicBezTo>
                      <a:pt x="85324" y="18711"/>
                      <a:pt x="130497" y="0"/>
                      <a:pt x="177599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1034850" cy="393298"/>
              </a:xfrm>
              <a:prstGeom prst="rect">
                <a:avLst/>
              </a:prstGeom>
            </p:spPr>
            <p:txBody>
              <a:bodyPr anchor="ctr" rtlCol="false" tIns="24728" lIns="24728" bIns="24728" rIns="2472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279985" y="963974"/>
              <a:ext cx="8426801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10 // 3.5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1495336" y="2538248"/>
              <a:ext cx="493290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2.0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79985" y="155537"/>
              <a:ext cx="9575354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5:Misturando inteiro e decimal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7082" y="1806860"/>
            <a:ext cx="20658867" cy="999262"/>
            <a:chOff x="0" y="0"/>
            <a:chExt cx="5441018" cy="263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1018" cy="263180"/>
            </a:xfrm>
            <a:custGeom>
              <a:avLst/>
              <a:gdLst/>
              <a:ahLst/>
              <a:cxnLst/>
              <a:rect r="r" b="b" t="t" l="l"/>
              <a:pathLst>
                <a:path h="263180" w="5441018">
                  <a:moveTo>
                    <a:pt x="19112" y="0"/>
                  </a:moveTo>
                  <a:lnTo>
                    <a:pt x="5421906" y="0"/>
                  </a:lnTo>
                  <a:cubicBezTo>
                    <a:pt x="5432461" y="0"/>
                    <a:pt x="5441018" y="8557"/>
                    <a:pt x="5441018" y="19112"/>
                  </a:cubicBezTo>
                  <a:lnTo>
                    <a:pt x="5441018" y="244068"/>
                  </a:lnTo>
                  <a:cubicBezTo>
                    <a:pt x="5441018" y="249137"/>
                    <a:pt x="5439005" y="253998"/>
                    <a:pt x="5435421" y="257582"/>
                  </a:cubicBezTo>
                  <a:cubicBezTo>
                    <a:pt x="5431836" y="261167"/>
                    <a:pt x="5426975" y="263180"/>
                    <a:pt x="5421906" y="263180"/>
                  </a:cubicBezTo>
                  <a:lnTo>
                    <a:pt x="19112" y="263180"/>
                  </a:lnTo>
                  <a:cubicBezTo>
                    <a:pt x="8557" y="263180"/>
                    <a:pt x="0" y="254623"/>
                    <a:pt x="0" y="244068"/>
                  </a:cubicBezTo>
                  <a:lnTo>
                    <a:pt x="0" y="19112"/>
                  </a:lnTo>
                  <a:cubicBezTo>
                    <a:pt x="0" y="8557"/>
                    <a:pt x="8557" y="0"/>
                    <a:pt x="1911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41018" cy="301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80882" y="2042991"/>
            <a:ext cx="170972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obter o resto da divisão d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primeiro valor pelo segundo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MÓDULO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417" y="4712061"/>
            <a:ext cx="4418799" cy="2191053"/>
            <a:chOff x="0" y="0"/>
            <a:chExt cx="5891732" cy="292140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496579"/>
              <a:ext cx="5221113" cy="1860936"/>
              <a:chOff x="0" y="0"/>
              <a:chExt cx="1164523" cy="41506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64523" cy="415065"/>
              </a:xfrm>
              <a:custGeom>
                <a:avLst/>
                <a:gdLst/>
                <a:ahLst/>
                <a:cxnLst/>
                <a:rect r="r" b="b" t="t" l="l"/>
                <a:pathLst>
                  <a:path h="415065" w="1164523">
                    <a:moveTo>
                      <a:pt x="100831" y="0"/>
                    </a:moveTo>
                    <a:lnTo>
                      <a:pt x="1063692" y="0"/>
                    </a:lnTo>
                    <a:cubicBezTo>
                      <a:pt x="1090434" y="0"/>
                      <a:pt x="1116081" y="10623"/>
                      <a:pt x="1134990" y="29533"/>
                    </a:cubicBezTo>
                    <a:cubicBezTo>
                      <a:pt x="1153899" y="48442"/>
                      <a:pt x="1164523" y="74089"/>
                      <a:pt x="1164523" y="100831"/>
                    </a:cubicBezTo>
                    <a:lnTo>
                      <a:pt x="1164523" y="314234"/>
                    </a:lnTo>
                    <a:cubicBezTo>
                      <a:pt x="1164523" y="340976"/>
                      <a:pt x="1153899" y="366623"/>
                      <a:pt x="1134990" y="385532"/>
                    </a:cubicBezTo>
                    <a:cubicBezTo>
                      <a:pt x="1116081" y="404442"/>
                      <a:pt x="1090434" y="415065"/>
                      <a:pt x="1063692" y="415065"/>
                    </a:cubicBezTo>
                    <a:lnTo>
                      <a:pt x="100831" y="415065"/>
                    </a:lnTo>
                    <a:cubicBezTo>
                      <a:pt x="45144" y="415065"/>
                      <a:pt x="0" y="369922"/>
                      <a:pt x="0" y="314234"/>
                    </a:cubicBezTo>
                    <a:lnTo>
                      <a:pt x="0" y="100831"/>
                    </a:lnTo>
                    <a:cubicBezTo>
                      <a:pt x="0" y="74089"/>
                      <a:pt x="10623" y="48442"/>
                      <a:pt x="29533" y="29533"/>
                    </a:cubicBezTo>
                    <a:cubicBezTo>
                      <a:pt x="48442" y="10623"/>
                      <a:pt x="74089" y="0"/>
                      <a:pt x="10083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164523" cy="453165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3158960" cy="873742"/>
              <a:chOff x="0" y="0"/>
              <a:chExt cx="704578" cy="1948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04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04578">
                    <a:moveTo>
                      <a:pt x="97440" y="0"/>
                    </a:moveTo>
                    <a:lnTo>
                      <a:pt x="607138" y="0"/>
                    </a:lnTo>
                    <a:cubicBezTo>
                      <a:pt x="632980" y="0"/>
                      <a:pt x="657765" y="10266"/>
                      <a:pt x="676038" y="28540"/>
                    </a:cubicBezTo>
                    <a:cubicBezTo>
                      <a:pt x="694312" y="46813"/>
                      <a:pt x="704578" y="71597"/>
                      <a:pt x="704578" y="97440"/>
                    </a:cubicBezTo>
                    <a:lnTo>
                      <a:pt x="704578" y="97440"/>
                    </a:lnTo>
                    <a:cubicBezTo>
                      <a:pt x="704578" y="123283"/>
                      <a:pt x="694312" y="148067"/>
                      <a:pt x="676038" y="166341"/>
                    </a:cubicBezTo>
                    <a:cubicBezTo>
                      <a:pt x="657765" y="184614"/>
                      <a:pt x="632980" y="194880"/>
                      <a:pt x="607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04578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true" rot="0">
              <a:off x="393087" y="2158423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1045160" y="2387519"/>
              <a:ext cx="2830196" cy="533885"/>
              <a:chOff x="0" y="0"/>
              <a:chExt cx="1016012" cy="19165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1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16012">
                    <a:moveTo>
                      <a:pt x="95830" y="0"/>
                    </a:moveTo>
                    <a:lnTo>
                      <a:pt x="920182" y="0"/>
                    </a:lnTo>
                    <a:cubicBezTo>
                      <a:pt x="945598" y="0"/>
                      <a:pt x="969972" y="10096"/>
                      <a:pt x="987944" y="28068"/>
                    </a:cubicBezTo>
                    <a:cubicBezTo>
                      <a:pt x="1005915" y="46039"/>
                      <a:pt x="1016012" y="70414"/>
                      <a:pt x="1016012" y="95830"/>
                    </a:cubicBezTo>
                    <a:lnTo>
                      <a:pt x="1016012" y="95830"/>
                    </a:lnTo>
                    <a:cubicBezTo>
                      <a:pt x="1016012" y="148755"/>
                      <a:pt x="973107" y="191659"/>
                      <a:pt x="9201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1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290953" y="2476266"/>
              <a:ext cx="25844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1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5996" y="995380"/>
              <a:ext cx="5555737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15 % 4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69491" y="4713020"/>
            <a:ext cx="4819469" cy="2190094"/>
            <a:chOff x="0" y="0"/>
            <a:chExt cx="6425958" cy="292012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450910"/>
              <a:ext cx="6182191" cy="1984091"/>
              <a:chOff x="0" y="0"/>
              <a:chExt cx="1433865" cy="4601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433865" cy="460180"/>
              </a:xfrm>
              <a:custGeom>
                <a:avLst/>
                <a:gdLst/>
                <a:ahLst/>
                <a:cxnLst/>
                <a:rect r="r" b="b" t="t" l="l"/>
                <a:pathLst>
                  <a:path h="460180" w="1433865">
                    <a:moveTo>
                      <a:pt x="85156" y="0"/>
                    </a:moveTo>
                    <a:lnTo>
                      <a:pt x="1348709" y="0"/>
                    </a:lnTo>
                    <a:cubicBezTo>
                      <a:pt x="1371294" y="0"/>
                      <a:pt x="1392954" y="8972"/>
                      <a:pt x="1408924" y="24942"/>
                    </a:cubicBezTo>
                    <a:cubicBezTo>
                      <a:pt x="1424894" y="40911"/>
                      <a:pt x="1433865" y="62571"/>
                      <a:pt x="1433865" y="85156"/>
                    </a:cubicBezTo>
                    <a:lnTo>
                      <a:pt x="1433865" y="375024"/>
                    </a:lnTo>
                    <a:cubicBezTo>
                      <a:pt x="1433865" y="397609"/>
                      <a:pt x="1424894" y="419268"/>
                      <a:pt x="1408924" y="435238"/>
                    </a:cubicBezTo>
                    <a:cubicBezTo>
                      <a:pt x="1392954" y="451208"/>
                      <a:pt x="1371294" y="460180"/>
                      <a:pt x="1348709" y="460180"/>
                    </a:cubicBezTo>
                    <a:lnTo>
                      <a:pt x="85156" y="460180"/>
                    </a:lnTo>
                    <a:cubicBezTo>
                      <a:pt x="62571" y="460180"/>
                      <a:pt x="40911" y="451208"/>
                      <a:pt x="24942" y="435238"/>
                    </a:cubicBezTo>
                    <a:cubicBezTo>
                      <a:pt x="8972" y="419268"/>
                      <a:pt x="0" y="397609"/>
                      <a:pt x="0" y="375024"/>
                    </a:cubicBezTo>
                    <a:lnTo>
                      <a:pt x="0" y="85156"/>
                    </a:lnTo>
                    <a:cubicBezTo>
                      <a:pt x="0" y="62571"/>
                      <a:pt x="8972" y="40911"/>
                      <a:pt x="24942" y="24942"/>
                    </a:cubicBezTo>
                    <a:cubicBezTo>
                      <a:pt x="40911" y="8972"/>
                      <a:pt x="62571" y="0"/>
                      <a:pt x="8515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433865" cy="498280"/>
              </a:xfrm>
              <a:prstGeom prst="rect">
                <a:avLst/>
              </a:prstGeom>
            </p:spPr>
            <p:txBody>
              <a:bodyPr anchor="ctr" rtlCol="false" tIns="65545" lIns="65545" bIns="65545" rIns="6554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3374535" cy="813610"/>
              <a:chOff x="0" y="0"/>
              <a:chExt cx="782672" cy="18870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82672" cy="188704"/>
              </a:xfrm>
              <a:custGeom>
                <a:avLst/>
                <a:gdLst/>
                <a:ahLst/>
                <a:cxnLst/>
                <a:rect r="r" b="b" t="t" l="l"/>
                <a:pathLst>
                  <a:path h="188704" w="782672">
                    <a:moveTo>
                      <a:pt x="94352" y="0"/>
                    </a:moveTo>
                    <a:lnTo>
                      <a:pt x="688320" y="0"/>
                    </a:lnTo>
                    <a:cubicBezTo>
                      <a:pt x="740429" y="0"/>
                      <a:pt x="782672" y="42243"/>
                      <a:pt x="782672" y="94352"/>
                    </a:cubicBezTo>
                    <a:lnTo>
                      <a:pt x="782672" y="94352"/>
                    </a:lnTo>
                    <a:cubicBezTo>
                      <a:pt x="782672" y="119376"/>
                      <a:pt x="772732" y="143375"/>
                      <a:pt x="755037" y="161069"/>
                    </a:cubicBezTo>
                    <a:cubicBezTo>
                      <a:pt x="737343" y="178764"/>
                      <a:pt x="713344" y="188704"/>
                      <a:pt x="688320" y="188704"/>
                    </a:cubicBezTo>
                    <a:lnTo>
                      <a:pt x="94352" y="188704"/>
                    </a:lnTo>
                    <a:cubicBezTo>
                      <a:pt x="42243" y="188704"/>
                      <a:pt x="0" y="146462"/>
                      <a:pt x="0" y="94352"/>
                    </a:cubicBezTo>
                    <a:lnTo>
                      <a:pt x="0" y="94352"/>
                    </a:lnTo>
                    <a:cubicBezTo>
                      <a:pt x="0" y="42243"/>
                      <a:pt x="42243" y="0"/>
                      <a:pt x="9435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82672" cy="226804"/>
              </a:xfrm>
              <a:prstGeom prst="rect">
                <a:avLst/>
              </a:prstGeom>
            </p:spPr>
            <p:txBody>
              <a:bodyPr anchor="ctr" rtlCol="false" tIns="43265" lIns="43265" bIns="43265" rIns="4326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23112" y="930583"/>
              <a:ext cx="6102846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(25 % 7) % 3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true" rot="0">
              <a:off x="963509" y="2213283"/>
              <a:ext cx="627069" cy="642324"/>
            </a:xfrm>
            <a:custGeom>
              <a:avLst/>
              <a:gdLst/>
              <a:ahLst/>
              <a:cxnLst/>
              <a:rect r="r" b="b" t="t" l="l"/>
              <a:pathLst>
                <a:path h="642324" w="627069">
                  <a:moveTo>
                    <a:pt x="0" y="642324"/>
                  </a:moveTo>
                  <a:lnTo>
                    <a:pt x="627069" y="642324"/>
                  </a:lnTo>
                  <a:lnTo>
                    <a:pt x="627069" y="0"/>
                  </a:lnTo>
                  <a:lnTo>
                    <a:pt x="0" y="0"/>
                  </a:lnTo>
                  <a:lnTo>
                    <a:pt x="0" y="642324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1896989" y="2356237"/>
              <a:ext cx="2643930" cy="563888"/>
              <a:chOff x="0" y="0"/>
              <a:chExt cx="986991" cy="21050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86991" cy="210502"/>
              </a:xfrm>
              <a:custGeom>
                <a:avLst/>
                <a:gdLst/>
                <a:ahLst/>
                <a:cxnLst/>
                <a:rect r="r" b="b" t="t" l="l"/>
                <a:pathLst>
                  <a:path h="210502" w="986991">
                    <a:moveTo>
                      <a:pt x="105251" y="0"/>
                    </a:moveTo>
                    <a:lnTo>
                      <a:pt x="881740" y="0"/>
                    </a:lnTo>
                    <a:cubicBezTo>
                      <a:pt x="939869" y="0"/>
                      <a:pt x="986991" y="47122"/>
                      <a:pt x="986991" y="105251"/>
                    </a:cubicBezTo>
                    <a:lnTo>
                      <a:pt x="986991" y="105251"/>
                    </a:lnTo>
                    <a:cubicBezTo>
                      <a:pt x="986991" y="133165"/>
                      <a:pt x="975902" y="159936"/>
                      <a:pt x="956164" y="179675"/>
                    </a:cubicBezTo>
                    <a:cubicBezTo>
                      <a:pt x="936425" y="199413"/>
                      <a:pt x="909654" y="210502"/>
                      <a:pt x="881740" y="210502"/>
                    </a:cubicBezTo>
                    <a:lnTo>
                      <a:pt x="105251" y="210502"/>
                    </a:lnTo>
                    <a:cubicBezTo>
                      <a:pt x="47122" y="210502"/>
                      <a:pt x="0" y="163380"/>
                      <a:pt x="0" y="105251"/>
                    </a:cubicBezTo>
                    <a:lnTo>
                      <a:pt x="0" y="105251"/>
                    </a:lnTo>
                    <a:cubicBezTo>
                      <a:pt x="0" y="47122"/>
                      <a:pt x="47122" y="0"/>
                      <a:pt x="10525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986991" cy="248602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2177307" y="2434981"/>
              <a:ext cx="220595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85274" y="142451"/>
              <a:ext cx="288926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768897" y="4712061"/>
            <a:ext cx="7702484" cy="2837657"/>
            <a:chOff x="0" y="0"/>
            <a:chExt cx="10269979" cy="3783543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466738"/>
              <a:ext cx="7660605" cy="2968677"/>
              <a:chOff x="0" y="0"/>
              <a:chExt cx="1817872" cy="7044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817872" cy="704471"/>
              </a:xfrm>
              <a:custGeom>
                <a:avLst/>
                <a:gdLst/>
                <a:ahLst/>
                <a:cxnLst/>
                <a:rect r="r" b="b" t="t" l="l"/>
                <a:pathLst>
                  <a:path h="704471" w="1817872">
                    <a:moveTo>
                      <a:pt x="68722" y="0"/>
                    </a:moveTo>
                    <a:lnTo>
                      <a:pt x="1749150" y="0"/>
                    </a:lnTo>
                    <a:cubicBezTo>
                      <a:pt x="1787104" y="0"/>
                      <a:pt x="1817872" y="30768"/>
                      <a:pt x="1817872" y="68722"/>
                    </a:cubicBezTo>
                    <a:lnTo>
                      <a:pt x="1817872" y="635749"/>
                    </a:lnTo>
                    <a:cubicBezTo>
                      <a:pt x="1817872" y="673703"/>
                      <a:pt x="1787104" y="704471"/>
                      <a:pt x="1749150" y="704471"/>
                    </a:cubicBezTo>
                    <a:lnTo>
                      <a:pt x="68722" y="704471"/>
                    </a:lnTo>
                    <a:cubicBezTo>
                      <a:pt x="30768" y="704471"/>
                      <a:pt x="0" y="673703"/>
                      <a:pt x="0" y="635749"/>
                    </a:cubicBezTo>
                    <a:lnTo>
                      <a:pt x="0" y="68722"/>
                    </a:lnTo>
                    <a:cubicBezTo>
                      <a:pt x="0" y="30768"/>
                      <a:pt x="30768" y="0"/>
                      <a:pt x="6872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817872" cy="742571"/>
              </a:xfrm>
              <a:prstGeom prst="rect">
                <a:avLst/>
              </a:prstGeom>
            </p:spPr>
            <p:txBody>
              <a:bodyPr anchor="ctr" rtlCol="false" tIns="64062" lIns="64062" bIns="64062" rIns="6406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253406" cy="821236"/>
              <a:chOff x="0" y="0"/>
              <a:chExt cx="772038" cy="1948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7203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72038">
                    <a:moveTo>
                      <a:pt x="97440" y="0"/>
                    </a:moveTo>
                    <a:lnTo>
                      <a:pt x="674597" y="0"/>
                    </a:lnTo>
                    <a:cubicBezTo>
                      <a:pt x="700440" y="0"/>
                      <a:pt x="725224" y="10266"/>
                      <a:pt x="743498" y="28540"/>
                    </a:cubicBezTo>
                    <a:cubicBezTo>
                      <a:pt x="761772" y="46813"/>
                      <a:pt x="772038" y="71597"/>
                      <a:pt x="772038" y="97440"/>
                    </a:cubicBezTo>
                    <a:lnTo>
                      <a:pt x="772038" y="97440"/>
                    </a:lnTo>
                    <a:cubicBezTo>
                      <a:pt x="772038" y="123283"/>
                      <a:pt x="761772" y="148067"/>
                      <a:pt x="743498" y="166341"/>
                    </a:cubicBezTo>
                    <a:cubicBezTo>
                      <a:pt x="725224" y="184614"/>
                      <a:pt x="700440" y="194880"/>
                      <a:pt x="674597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72038" cy="232980"/>
              </a:xfrm>
              <a:prstGeom prst="rect">
                <a:avLst/>
              </a:prstGeom>
            </p:spPr>
            <p:txBody>
              <a:bodyPr anchor="ctr" rtlCol="false" tIns="42286" lIns="42286" bIns="42286" rIns="422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443729" y="1038715"/>
              <a:ext cx="9826250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chocolates = 10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amigos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3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sobras = chocolates % amigos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print(sobras)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true" rot="0">
              <a:off x="4025122" y="3121515"/>
              <a:ext cx="612888" cy="627798"/>
            </a:xfrm>
            <a:custGeom>
              <a:avLst/>
              <a:gdLst/>
              <a:ahLst/>
              <a:cxnLst/>
              <a:rect r="r" b="b" t="t" l="l"/>
              <a:pathLst>
                <a:path h="627798" w="612888">
                  <a:moveTo>
                    <a:pt x="0" y="627799"/>
                  </a:moveTo>
                  <a:lnTo>
                    <a:pt x="612888" y="627799"/>
                  </a:lnTo>
                  <a:lnTo>
                    <a:pt x="612888" y="0"/>
                  </a:lnTo>
                  <a:lnTo>
                    <a:pt x="0" y="0"/>
                  </a:lnTo>
                  <a:lnTo>
                    <a:pt x="0" y="627799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4764313" y="3281741"/>
              <a:ext cx="2354668" cy="501802"/>
              <a:chOff x="0" y="0"/>
              <a:chExt cx="899347" cy="19165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99347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899347">
                    <a:moveTo>
                      <a:pt x="95830" y="0"/>
                    </a:moveTo>
                    <a:lnTo>
                      <a:pt x="803517" y="0"/>
                    </a:lnTo>
                    <a:cubicBezTo>
                      <a:pt x="828933" y="0"/>
                      <a:pt x="853307" y="10096"/>
                      <a:pt x="871279" y="28068"/>
                    </a:cubicBezTo>
                    <a:cubicBezTo>
                      <a:pt x="889250" y="46039"/>
                      <a:pt x="899347" y="70414"/>
                      <a:pt x="899347" y="95830"/>
                    </a:cubicBezTo>
                    <a:lnTo>
                      <a:pt x="899347" y="95830"/>
                    </a:lnTo>
                    <a:cubicBezTo>
                      <a:pt x="899347" y="148755"/>
                      <a:pt x="856442" y="191659"/>
                      <a:pt x="803517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99347" cy="229759"/>
              </a:xfrm>
              <a:prstGeom prst="rect">
                <a:avLst/>
              </a:prstGeom>
            </p:spPr>
            <p:txBody>
              <a:bodyPr anchor="ctr" rtlCol="false" tIns="26272" lIns="26272" bIns="26272" rIns="2627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5074778" y="3329442"/>
              <a:ext cx="2163484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74299" y="165255"/>
              <a:ext cx="4481197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3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7082" y="1806860"/>
            <a:ext cx="20658867" cy="999262"/>
            <a:chOff x="0" y="0"/>
            <a:chExt cx="5441018" cy="263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1018" cy="263180"/>
            </a:xfrm>
            <a:custGeom>
              <a:avLst/>
              <a:gdLst/>
              <a:ahLst/>
              <a:cxnLst/>
              <a:rect r="r" b="b" t="t" l="l"/>
              <a:pathLst>
                <a:path h="263180" w="5441018">
                  <a:moveTo>
                    <a:pt x="19112" y="0"/>
                  </a:moveTo>
                  <a:lnTo>
                    <a:pt x="5421906" y="0"/>
                  </a:lnTo>
                  <a:cubicBezTo>
                    <a:pt x="5432461" y="0"/>
                    <a:pt x="5441018" y="8557"/>
                    <a:pt x="5441018" y="19112"/>
                  </a:cubicBezTo>
                  <a:lnTo>
                    <a:pt x="5441018" y="244068"/>
                  </a:lnTo>
                  <a:cubicBezTo>
                    <a:pt x="5441018" y="249137"/>
                    <a:pt x="5439005" y="253998"/>
                    <a:pt x="5435421" y="257582"/>
                  </a:cubicBezTo>
                  <a:cubicBezTo>
                    <a:pt x="5431836" y="261167"/>
                    <a:pt x="5426975" y="263180"/>
                    <a:pt x="5421906" y="263180"/>
                  </a:cubicBezTo>
                  <a:lnTo>
                    <a:pt x="19112" y="263180"/>
                  </a:lnTo>
                  <a:cubicBezTo>
                    <a:pt x="8557" y="263180"/>
                    <a:pt x="0" y="254623"/>
                    <a:pt x="0" y="244068"/>
                  </a:cubicBezTo>
                  <a:lnTo>
                    <a:pt x="0" y="19112"/>
                  </a:lnTo>
                  <a:cubicBezTo>
                    <a:pt x="0" y="8557"/>
                    <a:pt x="8557" y="0"/>
                    <a:pt x="1911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41018" cy="301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8792" y="4586401"/>
            <a:ext cx="8872932" cy="3426931"/>
            <a:chOff x="0" y="0"/>
            <a:chExt cx="11830576" cy="456924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934110"/>
              <a:ext cx="10329062" cy="3635131"/>
              <a:chOff x="0" y="0"/>
              <a:chExt cx="2520376" cy="88700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20376" cy="887002"/>
              </a:xfrm>
              <a:custGeom>
                <a:avLst/>
                <a:gdLst/>
                <a:ahLst/>
                <a:cxnLst/>
                <a:rect r="r" b="b" t="t" l="l"/>
                <a:pathLst>
                  <a:path h="887002" w="2520376">
                    <a:moveTo>
                      <a:pt x="50968" y="0"/>
                    </a:moveTo>
                    <a:lnTo>
                      <a:pt x="2469409" y="0"/>
                    </a:lnTo>
                    <a:cubicBezTo>
                      <a:pt x="2497557" y="0"/>
                      <a:pt x="2520376" y="22819"/>
                      <a:pt x="2520376" y="50968"/>
                    </a:cubicBezTo>
                    <a:lnTo>
                      <a:pt x="2520376" y="836034"/>
                    </a:lnTo>
                    <a:cubicBezTo>
                      <a:pt x="2520376" y="864183"/>
                      <a:pt x="2497557" y="887002"/>
                      <a:pt x="2469409" y="887002"/>
                    </a:cubicBezTo>
                    <a:lnTo>
                      <a:pt x="50968" y="887002"/>
                    </a:lnTo>
                    <a:cubicBezTo>
                      <a:pt x="22819" y="887002"/>
                      <a:pt x="0" y="864183"/>
                      <a:pt x="0" y="836034"/>
                    </a:cubicBezTo>
                    <a:lnTo>
                      <a:pt x="0" y="50968"/>
                    </a:lnTo>
                    <a:cubicBezTo>
                      <a:pt x="0" y="22819"/>
                      <a:pt x="22819" y="0"/>
                      <a:pt x="50968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520376" cy="925102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7929310" cy="1278864"/>
              <a:chOff x="0" y="0"/>
              <a:chExt cx="1934817" cy="31205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34817" cy="312053"/>
              </a:xfrm>
              <a:custGeom>
                <a:avLst/>
                <a:gdLst/>
                <a:ahLst/>
                <a:cxnLst/>
                <a:rect r="r" b="b" t="t" l="l"/>
                <a:pathLst>
                  <a:path h="312053" w="1934817">
                    <a:moveTo>
                      <a:pt x="66393" y="0"/>
                    </a:moveTo>
                    <a:lnTo>
                      <a:pt x="1868424" y="0"/>
                    </a:lnTo>
                    <a:cubicBezTo>
                      <a:pt x="1886033" y="0"/>
                      <a:pt x="1902920" y="6995"/>
                      <a:pt x="1915371" y="19446"/>
                    </a:cubicBezTo>
                    <a:cubicBezTo>
                      <a:pt x="1927822" y="31897"/>
                      <a:pt x="1934817" y="48784"/>
                      <a:pt x="1934817" y="66393"/>
                    </a:cubicBezTo>
                    <a:lnTo>
                      <a:pt x="1934817" y="245660"/>
                    </a:lnTo>
                    <a:cubicBezTo>
                      <a:pt x="1934817" y="282328"/>
                      <a:pt x="1905092" y="312053"/>
                      <a:pt x="1868424" y="312053"/>
                    </a:cubicBezTo>
                    <a:lnTo>
                      <a:pt x="66393" y="312053"/>
                    </a:lnTo>
                    <a:cubicBezTo>
                      <a:pt x="48784" y="312053"/>
                      <a:pt x="31897" y="305058"/>
                      <a:pt x="19446" y="292607"/>
                    </a:cubicBezTo>
                    <a:cubicBezTo>
                      <a:pt x="6995" y="280156"/>
                      <a:pt x="0" y="263269"/>
                      <a:pt x="0" y="245660"/>
                    </a:cubicBezTo>
                    <a:lnTo>
                      <a:pt x="0" y="66393"/>
                    </a:lnTo>
                    <a:cubicBezTo>
                      <a:pt x="0" y="29725"/>
                      <a:pt x="29725" y="0"/>
                      <a:pt x="66393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1934817" cy="378728"/>
              </a:xfrm>
              <a:prstGeom prst="rect">
                <a:avLst/>
              </a:prstGeom>
            </p:spPr>
            <p:txBody>
              <a:bodyPr anchor="ctr" rtlCol="false" tIns="41124" lIns="41124" bIns="41124" rIns="41124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07124" y="1390049"/>
              <a:ext cx="11523452" cy="297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numero = int(input("Digite um número: "))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numero % 2 == 0: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print("O número é PAR!")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print("O número é ÍMPAR!")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98021" y="152400"/>
              <a:ext cx="8165416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4:verificar se número é par ou ímpar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80882" y="2042991"/>
            <a:ext cx="170972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ado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obter o resto da divisão d</a:t>
            </a:r>
            <a:r>
              <a:rPr lang="en-US" b="true" sz="3000" spc="-177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primeiro valor pelo segundo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MÓDULO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642915" y="3335617"/>
            <a:ext cx="8771317" cy="6698547"/>
            <a:chOff x="0" y="0"/>
            <a:chExt cx="2948647" cy="2251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48647" cy="2251845"/>
            </a:xfrm>
            <a:custGeom>
              <a:avLst/>
              <a:gdLst/>
              <a:ahLst/>
              <a:cxnLst/>
              <a:rect r="r" b="b" t="t" l="l"/>
              <a:pathLst>
                <a:path h="2251845" w="2948647">
                  <a:moveTo>
                    <a:pt x="45015" y="0"/>
                  </a:moveTo>
                  <a:lnTo>
                    <a:pt x="2903633" y="0"/>
                  </a:lnTo>
                  <a:cubicBezTo>
                    <a:pt x="2915571" y="0"/>
                    <a:pt x="2927021" y="4743"/>
                    <a:pt x="2935463" y="13184"/>
                  </a:cubicBezTo>
                  <a:cubicBezTo>
                    <a:pt x="2943905" y="21626"/>
                    <a:pt x="2948647" y="33076"/>
                    <a:pt x="2948647" y="45015"/>
                  </a:cubicBezTo>
                  <a:lnTo>
                    <a:pt x="2948647" y="2206831"/>
                  </a:lnTo>
                  <a:cubicBezTo>
                    <a:pt x="2948647" y="2218769"/>
                    <a:pt x="2943905" y="2230219"/>
                    <a:pt x="2935463" y="2238661"/>
                  </a:cubicBezTo>
                  <a:cubicBezTo>
                    <a:pt x="2927021" y="2247103"/>
                    <a:pt x="2915571" y="2251845"/>
                    <a:pt x="2903633" y="2251845"/>
                  </a:cubicBezTo>
                  <a:lnTo>
                    <a:pt x="45015" y="2251845"/>
                  </a:lnTo>
                  <a:cubicBezTo>
                    <a:pt x="33076" y="2251845"/>
                    <a:pt x="21626" y="2247103"/>
                    <a:pt x="13184" y="2238661"/>
                  </a:cubicBezTo>
                  <a:cubicBezTo>
                    <a:pt x="4743" y="2230219"/>
                    <a:pt x="0" y="2218769"/>
                    <a:pt x="0" y="2206831"/>
                  </a:cubicBezTo>
                  <a:lnTo>
                    <a:pt x="0" y="45015"/>
                  </a:lnTo>
                  <a:cubicBezTo>
                    <a:pt x="0" y="33076"/>
                    <a:pt x="4743" y="21626"/>
                    <a:pt x="13184" y="13184"/>
                  </a:cubicBezTo>
                  <a:cubicBezTo>
                    <a:pt x="21626" y="4743"/>
                    <a:pt x="33076" y="0"/>
                    <a:pt x="450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948647" cy="2289946"/>
            </a:xfrm>
            <a:prstGeom prst="rect">
              <a:avLst/>
            </a:prstGeom>
          </p:spPr>
          <p:txBody>
            <a:bodyPr anchor="ctr" rtlCol="false" tIns="60295" lIns="60295" bIns="60295" rIns="6029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42915" y="3028049"/>
            <a:ext cx="7304714" cy="557807"/>
            <a:chOff x="0" y="0"/>
            <a:chExt cx="2455620" cy="1875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55620" cy="187518"/>
            </a:xfrm>
            <a:custGeom>
              <a:avLst/>
              <a:gdLst/>
              <a:ahLst/>
              <a:cxnLst/>
              <a:rect r="r" b="b" t="t" l="l"/>
              <a:pathLst>
                <a:path h="187518" w="2455620">
                  <a:moveTo>
                    <a:pt x="54052" y="0"/>
                  </a:moveTo>
                  <a:lnTo>
                    <a:pt x="2401568" y="0"/>
                  </a:lnTo>
                  <a:cubicBezTo>
                    <a:pt x="2431420" y="0"/>
                    <a:pt x="2455620" y="24200"/>
                    <a:pt x="2455620" y="54052"/>
                  </a:cubicBezTo>
                  <a:lnTo>
                    <a:pt x="2455620" y="133465"/>
                  </a:lnTo>
                  <a:cubicBezTo>
                    <a:pt x="2455620" y="163318"/>
                    <a:pt x="2431420" y="187518"/>
                    <a:pt x="2401568" y="187518"/>
                  </a:cubicBezTo>
                  <a:lnTo>
                    <a:pt x="54052" y="187518"/>
                  </a:lnTo>
                  <a:cubicBezTo>
                    <a:pt x="24200" y="187518"/>
                    <a:pt x="0" y="163318"/>
                    <a:pt x="0" y="133465"/>
                  </a:cubicBezTo>
                  <a:lnTo>
                    <a:pt x="0" y="54052"/>
                  </a:lnTo>
                  <a:cubicBezTo>
                    <a:pt x="0" y="24200"/>
                    <a:pt x="24200" y="0"/>
                    <a:pt x="54052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455620" cy="225618"/>
            </a:xfrm>
            <a:prstGeom prst="rect">
              <a:avLst/>
            </a:prstGeom>
          </p:spPr>
          <p:txBody>
            <a:bodyPr anchor="ctr" rtlCol="false" tIns="39800" lIns="39800" bIns="39800" rIns="39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905792" y="3785881"/>
            <a:ext cx="10627729" cy="595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dias = int(input("Digite um número de dias: "))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resto = dias % 7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resto == 0: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print("Domingo")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elif resto == 1: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print("Segunda-feira")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elif resto == 2: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print("Terça-feira")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elif resto == 3: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print("Quarta-feira")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elif resto == 4: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print("Quinta-feira")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elif resto == 5: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print("Sexta-feira")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else: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499" spc="-14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print("Sábado")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05792" y="3122800"/>
            <a:ext cx="89902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 5:Qual é o dia da semana?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0805" y="3260570"/>
            <a:ext cx="8670949" cy="4295224"/>
            <a:chOff x="0" y="0"/>
            <a:chExt cx="11561266" cy="572696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561266" cy="5726965"/>
              <a:chOff x="0" y="0"/>
              <a:chExt cx="2416981" cy="119727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16981" cy="1197271"/>
              </a:xfrm>
              <a:custGeom>
                <a:avLst/>
                <a:gdLst/>
                <a:ahLst/>
                <a:cxnLst/>
                <a:rect r="r" b="b" t="t" l="l"/>
                <a:pathLst>
                  <a:path h="1197271" w="2416981">
                    <a:moveTo>
                      <a:pt x="45536" y="0"/>
                    </a:moveTo>
                    <a:lnTo>
                      <a:pt x="2371445" y="0"/>
                    </a:lnTo>
                    <a:cubicBezTo>
                      <a:pt x="2396594" y="0"/>
                      <a:pt x="2416981" y="20387"/>
                      <a:pt x="2416981" y="45536"/>
                    </a:cubicBezTo>
                    <a:lnTo>
                      <a:pt x="2416981" y="1151735"/>
                    </a:lnTo>
                    <a:cubicBezTo>
                      <a:pt x="2416981" y="1176884"/>
                      <a:pt x="2396594" y="1197271"/>
                      <a:pt x="2371445" y="1197271"/>
                    </a:cubicBezTo>
                    <a:lnTo>
                      <a:pt x="45536" y="1197271"/>
                    </a:lnTo>
                    <a:cubicBezTo>
                      <a:pt x="20387" y="1197271"/>
                      <a:pt x="0" y="1176884"/>
                      <a:pt x="0" y="1151735"/>
                    </a:cubicBezTo>
                    <a:lnTo>
                      <a:pt x="0" y="45536"/>
                    </a:lnTo>
                    <a:cubicBezTo>
                      <a:pt x="0" y="20387"/>
                      <a:pt x="20387" y="0"/>
                      <a:pt x="45536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416981" cy="1235371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77622" y="186957"/>
              <a:ext cx="10006022" cy="526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00"/>
                </a:lnSpc>
                <a:spcBef>
                  <a:spcPct val="0"/>
                </a:spcBef>
              </a:pPr>
              <a:r>
                <a:rPr lang="en-US" b="true" sz="4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Escreva um programa que receba como </a:t>
              </a:r>
              <a:r>
                <a:rPr lang="en-US" b="true" sz="4500" u="sng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  <a:r>
                <a:rPr lang="en-US" b="true" sz="4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dois números e </a:t>
              </a:r>
              <a:r>
                <a:rPr lang="en-US" b="true" sz="4500" u="sng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imprima</a:t>
              </a:r>
              <a:r>
                <a:rPr lang="en-US" b="true" sz="4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o resultado das operações de: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29229" y="2694039"/>
            <a:ext cx="7577966" cy="5428286"/>
            <a:chOff x="0" y="0"/>
            <a:chExt cx="10103955" cy="723771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03955" cy="7237715"/>
              <a:chOff x="0" y="0"/>
              <a:chExt cx="1916243" cy="13726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16243" cy="1372652"/>
              </a:xfrm>
              <a:custGeom>
                <a:avLst/>
                <a:gdLst/>
                <a:ahLst/>
                <a:cxnLst/>
                <a:rect r="r" b="b" t="t" l="l"/>
                <a:pathLst>
                  <a:path h="1372652" w="1916243">
                    <a:moveTo>
                      <a:pt x="52103" y="0"/>
                    </a:moveTo>
                    <a:lnTo>
                      <a:pt x="1864139" y="0"/>
                    </a:lnTo>
                    <a:cubicBezTo>
                      <a:pt x="1877958" y="0"/>
                      <a:pt x="1891211" y="5489"/>
                      <a:pt x="1900982" y="15261"/>
                    </a:cubicBezTo>
                    <a:cubicBezTo>
                      <a:pt x="1910753" y="25032"/>
                      <a:pt x="1916243" y="38285"/>
                      <a:pt x="1916243" y="52103"/>
                    </a:cubicBezTo>
                    <a:lnTo>
                      <a:pt x="1916243" y="1320549"/>
                    </a:lnTo>
                    <a:cubicBezTo>
                      <a:pt x="1916243" y="1334368"/>
                      <a:pt x="1910753" y="1347620"/>
                      <a:pt x="1900982" y="1357392"/>
                    </a:cubicBezTo>
                    <a:cubicBezTo>
                      <a:pt x="1891211" y="1367163"/>
                      <a:pt x="1877958" y="1372652"/>
                      <a:pt x="1864139" y="1372652"/>
                    </a:cubicBezTo>
                    <a:lnTo>
                      <a:pt x="52103" y="1372652"/>
                    </a:lnTo>
                    <a:cubicBezTo>
                      <a:pt x="38285" y="1372652"/>
                      <a:pt x="25032" y="1367163"/>
                      <a:pt x="15261" y="1357392"/>
                    </a:cubicBezTo>
                    <a:cubicBezTo>
                      <a:pt x="5489" y="1347620"/>
                      <a:pt x="0" y="1334368"/>
                      <a:pt x="0" y="1320549"/>
                    </a:cubicBezTo>
                    <a:lnTo>
                      <a:pt x="0" y="52103"/>
                    </a:lnTo>
                    <a:cubicBezTo>
                      <a:pt x="0" y="38285"/>
                      <a:pt x="5489" y="25032"/>
                      <a:pt x="15261" y="15261"/>
                    </a:cubicBezTo>
                    <a:cubicBezTo>
                      <a:pt x="25032" y="5489"/>
                      <a:pt x="38285" y="0"/>
                      <a:pt x="52103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916243" cy="1410752"/>
              </a:xfrm>
              <a:prstGeom prst="rect">
                <a:avLst/>
              </a:prstGeom>
            </p:spPr>
            <p:txBody>
              <a:bodyPr anchor="ctr" rtlCol="false" tIns="52910" lIns="52910" bIns="52910" rIns="5291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65648" y="746690"/>
              <a:ext cx="9172660" cy="649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003587" indent="-501793" lvl="1">
                <a:lnSpc>
                  <a:spcPts val="6507"/>
                </a:lnSpc>
                <a:buAutoNum type="arabicPeriod" startAt="1"/>
              </a:pPr>
              <a:r>
                <a:rPr lang="en-US" b="true" sz="464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</a:t>
              </a:r>
            </a:p>
            <a:p>
              <a:pPr algn="l" marL="1003587" indent="-501793" lvl="1">
                <a:lnSpc>
                  <a:spcPts val="6507"/>
                </a:lnSpc>
                <a:buAutoNum type="arabicPeriod" startAt="1"/>
              </a:pPr>
              <a:r>
                <a:rPr lang="en-US" b="true" sz="464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Subtração</a:t>
              </a:r>
            </a:p>
            <a:p>
              <a:pPr algn="l" marL="1003587" indent="-501793" lvl="1">
                <a:lnSpc>
                  <a:spcPts val="6507"/>
                </a:lnSpc>
                <a:buAutoNum type="arabicPeriod" startAt="1"/>
              </a:pPr>
              <a:r>
                <a:rPr lang="en-US" b="true" sz="464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Multiplicação</a:t>
              </a:r>
            </a:p>
            <a:p>
              <a:pPr algn="l" marL="1003587" indent="-501793" lvl="1">
                <a:lnSpc>
                  <a:spcPts val="6507"/>
                </a:lnSpc>
                <a:buAutoNum type="arabicPeriod" startAt="1"/>
              </a:pPr>
              <a:r>
                <a:rPr lang="en-US" b="true" sz="464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Divisão</a:t>
              </a:r>
            </a:p>
            <a:p>
              <a:pPr algn="l" marL="1003587" indent="-501793" lvl="1">
                <a:lnSpc>
                  <a:spcPts val="6507"/>
                </a:lnSpc>
                <a:buAutoNum type="arabicPeriod" startAt="1"/>
              </a:pPr>
              <a:r>
                <a:rPr lang="en-US" b="true" sz="464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Resto da divisão</a:t>
              </a:r>
            </a:p>
            <a:p>
              <a:pPr algn="ctr">
                <a:lnSpc>
                  <a:spcPts val="650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87159" y="2060971"/>
            <a:ext cx="10713683" cy="1822249"/>
            <a:chOff x="0" y="0"/>
            <a:chExt cx="14284910" cy="242966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4284910" cy="2429665"/>
              <a:chOff x="0" y="0"/>
              <a:chExt cx="4351374" cy="74010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351374" cy="740108"/>
              </a:xfrm>
              <a:custGeom>
                <a:avLst/>
                <a:gdLst/>
                <a:ahLst/>
                <a:cxnLst/>
                <a:rect r="r" b="b" t="t" l="l"/>
                <a:pathLst>
                  <a:path h="740108" w="4351374">
                    <a:moveTo>
                      <a:pt x="25293" y="0"/>
                    </a:moveTo>
                    <a:lnTo>
                      <a:pt x="4326081" y="0"/>
                    </a:lnTo>
                    <a:cubicBezTo>
                      <a:pt x="4340050" y="0"/>
                      <a:pt x="4351374" y="11324"/>
                      <a:pt x="4351374" y="25293"/>
                    </a:cubicBezTo>
                    <a:lnTo>
                      <a:pt x="4351374" y="714815"/>
                    </a:lnTo>
                    <a:cubicBezTo>
                      <a:pt x="4351374" y="721523"/>
                      <a:pt x="4348709" y="727957"/>
                      <a:pt x="4343966" y="732700"/>
                    </a:cubicBezTo>
                    <a:cubicBezTo>
                      <a:pt x="4339222" y="737444"/>
                      <a:pt x="4332789" y="740108"/>
                      <a:pt x="4326081" y="740108"/>
                    </a:cubicBezTo>
                    <a:lnTo>
                      <a:pt x="25293" y="740108"/>
                    </a:lnTo>
                    <a:cubicBezTo>
                      <a:pt x="11324" y="740108"/>
                      <a:pt x="0" y="728784"/>
                      <a:pt x="0" y="714815"/>
                    </a:cubicBezTo>
                    <a:lnTo>
                      <a:pt x="0" y="25293"/>
                    </a:lnTo>
                    <a:cubicBezTo>
                      <a:pt x="0" y="18585"/>
                      <a:pt x="2665" y="12151"/>
                      <a:pt x="7408" y="7408"/>
                    </a:cubicBezTo>
                    <a:cubicBezTo>
                      <a:pt x="12151" y="2665"/>
                      <a:pt x="18585" y="0"/>
                      <a:pt x="2529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351374" cy="778208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31886" y="403390"/>
              <a:ext cx="14021139" cy="1499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4"/>
                </a:lnSpc>
              </a:pPr>
              <a:r>
                <a:rPr lang="en-US" sz="2882" b="true">
                  <a:solidFill>
                    <a:srgbClr val="EBE9E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</a:t>
              </a:r>
              <a:r>
                <a:rPr lang="en-US" sz="2882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</a:t>
              </a:r>
              <a:r>
                <a:rPr lang="en-US" sz="2882" b="true">
                  <a:solidFill>
                    <a:srgbClr val="EBE9E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882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</a:t>
              </a:r>
              <a:r>
                <a:rPr lang="en-US" sz="2882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882" b="true">
                  <a:solidFill>
                    <a:srgbClr val="FF36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2882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882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"Digite o primeiro número"</a:t>
              </a:r>
              <a:r>
                <a:rPr lang="en-US" sz="2882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))</a:t>
              </a:r>
            </a:p>
            <a:p>
              <a:pPr algn="ctr">
                <a:lnSpc>
                  <a:spcPts val="4784"/>
                </a:lnSpc>
              </a:pPr>
              <a:r>
                <a:rPr lang="en-US" b="true" sz="2882">
                  <a:solidFill>
                    <a:srgbClr val="EBE9E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b </a:t>
              </a:r>
              <a:r>
                <a:rPr lang="en-US" b="true" sz="2882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</a:t>
              </a:r>
              <a:r>
                <a:rPr lang="en-US" b="true" sz="2882">
                  <a:solidFill>
                    <a:srgbClr val="EBE9E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b="true" sz="2882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</a:t>
              </a:r>
              <a:r>
                <a:rPr lang="en-US" b="true" sz="2882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82">
                  <a:solidFill>
                    <a:srgbClr val="FF36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b="true" sz="2882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82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"Digite o segundo número"</a:t>
              </a:r>
              <a:r>
                <a:rPr lang="en-US" b="true" sz="2882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338416"/>
            <a:ext cx="4516198" cy="1447139"/>
            <a:chOff x="0" y="0"/>
            <a:chExt cx="1156190" cy="3704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6190" cy="370481"/>
            </a:xfrm>
            <a:custGeom>
              <a:avLst/>
              <a:gdLst/>
              <a:ahLst/>
              <a:cxnLst/>
              <a:rect r="r" b="b" t="t" l="l"/>
              <a:pathLst>
                <a:path h="370481" w="1156190">
                  <a:moveTo>
                    <a:pt x="87427" y="0"/>
                  </a:moveTo>
                  <a:lnTo>
                    <a:pt x="1068763" y="0"/>
                  </a:lnTo>
                  <a:cubicBezTo>
                    <a:pt x="1091950" y="0"/>
                    <a:pt x="1114187" y="9211"/>
                    <a:pt x="1130583" y="25607"/>
                  </a:cubicBezTo>
                  <a:cubicBezTo>
                    <a:pt x="1146979" y="42003"/>
                    <a:pt x="1156190" y="64240"/>
                    <a:pt x="1156190" y="87427"/>
                  </a:cubicBezTo>
                  <a:lnTo>
                    <a:pt x="1156190" y="283054"/>
                  </a:lnTo>
                  <a:cubicBezTo>
                    <a:pt x="1156190" y="306241"/>
                    <a:pt x="1146979" y="328479"/>
                    <a:pt x="1130583" y="344875"/>
                  </a:cubicBezTo>
                  <a:cubicBezTo>
                    <a:pt x="1114187" y="361270"/>
                    <a:pt x="1091950" y="370481"/>
                    <a:pt x="1068763" y="370481"/>
                  </a:cubicBezTo>
                  <a:lnTo>
                    <a:pt x="87427" y="370481"/>
                  </a:lnTo>
                  <a:cubicBezTo>
                    <a:pt x="64240" y="370481"/>
                    <a:pt x="42003" y="361270"/>
                    <a:pt x="25607" y="344875"/>
                  </a:cubicBezTo>
                  <a:cubicBezTo>
                    <a:pt x="9211" y="328479"/>
                    <a:pt x="0" y="306241"/>
                    <a:pt x="0" y="283054"/>
                  </a:cubicBezTo>
                  <a:lnTo>
                    <a:pt x="0" y="87427"/>
                  </a:lnTo>
                  <a:cubicBezTo>
                    <a:pt x="0" y="64240"/>
                    <a:pt x="9211" y="42003"/>
                    <a:pt x="25607" y="25607"/>
                  </a:cubicBezTo>
                  <a:cubicBezTo>
                    <a:pt x="42003" y="9211"/>
                    <a:pt x="64240" y="0"/>
                    <a:pt x="87427" y="0"/>
                  </a:cubicBezTo>
                  <a:close/>
                </a:path>
              </a:pathLst>
            </a:custGeom>
            <a:solidFill>
              <a:srgbClr val="3838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56190" cy="437156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soma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+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b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print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93426" y="4625007"/>
            <a:ext cx="1779451" cy="922495"/>
            <a:chOff x="0" y="0"/>
            <a:chExt cx="2372601" cy="122999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372601" cy="1229993"/>
              <a:chOff x="0" y="0"/>
              <a:chExt cx="641948" cy="3327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1948" cy="332796"/>
              </a:xfrm>
              <a:custGeom>
                <a:avLst/>
                <a:gdLst/>
                <a:ahLst/>
                <a:cxnLst/>
                <a:rect r="r" b="b" t="t" l="l"/>
                <a:pathLst>
                  <a:path h="332796" w="641948">
                    <a:moveTo>
                      <a:pt x="157462" y="0"/>
                    </a:moveTo>
                    <a:lnTo>
                      <a:pt x="484486" y="0"/>
                    </a:lnTo>
                    <a:cubicBezTo>
                      <a:pt x="526248" y="0"/>
                      <a:pt x="566299" y="16590"/>
                      <a:pt x="595829" y="46119"/>
                    </a:cubicBezTo>
                    <a:cubicBezTo>
                      <a:pt x="625358" y="75649"/>
                      <a:pt x="641948" y="115700"/>
                      <a:pt x="641948" y="157462"/>
                    </a:cubicBezTo>
                    <a:lnTo>
                      <a:pt x="641948" y="175334"/>
                    </a:lnTo>
                    <a:cubicBezTo>
                      <a:pt x="641948" y="262298"/>
                      <a:pt x="571450" y="332796"/>
                      <a:pt x="484486" y="332796"/>
                    </a:cubicBezTo>
                    <a:lnTo>
                      <a:pt x="157462" y="332796"/>
                    </a:lnTo>
                    <a:cubicBezTo>
                      <a:pt x="115700" y="332796"/>
                      <a:pt x="75649" y="316206"/>
                      <a:pt x="46119" y="286676"/>
                    </a:cubicBezTo>
                    <a:cubicBezTo>
                      <a:pt x="16590" y="257147"/>
                      <a:pt x="0" y="217095"/>
                      <a:pt x="0" y="175334"/>
                    </a:cubicBezTo>
                    <a:lnTo>
                      <a:pt x="0" y="157462"/>
                    </a:lnTo>
                    <a:cubicBezTo>
                      <a:pt x="0" y="115700"/>
                      <a:pt x="16590" y="75649"/>
                      <a:pt x="46119" y="46119"/>
                    </a:cubicBezTo>
                    <a:cubicBezTo>
                      <a:pt x="75649" y="16590"/>
                      <a:pt x="115700" y="0"/>
                      <a:pt x="15746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41948" cy="37089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3615" y="251151"/>
              <a:ext cx="1665371" cy="669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b="true" sz="3283" spc="-196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01655" y="5338416"/>
            <a:ext cx="4516198" cy="1447139"/>
            <a:chOff x="0" y="0"/>
            <a:chExt cx="1156190" cy="3704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6190" cy="370481"/>
            </a:xfrm>
            <a:custGeom>
              <a:avLst/>
              <a:gdLst/>
              <a:ahLst/>
              <a:cxnLst/>
              <a:rect r="r" b="b" t="t" l="l"/>
              <a:pathLst>
                <a:path h="370481" w="1156190">
                  <a:moveTo>
                    <a:pt x="87427" y="0"/>
                  </a:moveTo>
                  <a:lnTo>
                    <a:pt x="1068763" y="0"/>
                  </a:lnTo>
                  <a:cubicBezTo>
                    <a:pt x="1091950" y="0"/>
                    <a:pt x="1114187" y="9211"/>
                    <a:pt x="1130583" y="25607"/>
                  </a:cubicBezTo>
                  <a:cubicBezTo>
                    <a:pt x="1146979" y="42003"/>
                    <a:pt x="1156190" y="64240"/>
                    <a:pt x="1156190" y="87427"/>
                  </a:cubicBezTo>
                  <a:lnTo>
                    <a:pt x="1156190" y="283054"/>
                  </a:lnTo>
                  <a:cubicBezTo>
                    <a:pt x="1156190" y="306241"/>
                    <a:pt x="1146979" y="328479"/>
                    <a:pt x="1130583" y="344875"/>
                  </a:cubicBezTo>
                  <a:cubicBezTo>
                    <a:pt x="1114187" y="361270"/>
                    <a:pt x="1091950" y="370481"/>
                    <a:pt x="1068763" y="370481"/>
                  </a:cubicBezTo>
                  <a:lnTo>
                    <a:pt x="87427" y="370481"/>
                  </a:lnTo>
                  <a:cubicBezTo>
                    <a:pt x="64240" y="370481"/>
                    <a:pt x="42003" y="361270"/>
                    <a:pt x="25607" y="344875"/>
                  </a:cubicBezTo>
                  <a:cubicBezTo>
                    <a:pt x="9211" y="328479"/>
                    <a:pt x="0" y="306241"/>
                    <a:pt x="0" y="283054"/>
                  </a:cubicBezTo>
                  <a:lnTo>
                    <a:pt x="0" y="87427"/>
                  </a:lnTo>
                  <a:cubicBezTo>
                    <a:pt x="0" y="64240"/>
                    <a:pt x="9211" y="42003"/>
                    <a:pt x="25607" y="25607"/>
                  </a:cubicBezTo>
                  <a:cubicBezTo>
                    <a:pt x="42003" y="9211"/>
                    <a:pt x="64240" y="0"/>
                    <a:pt x="87427" y="0"/>
                  </a:cubicBezTo>
                  <a:close/>
                </a:path>
              </a:pathLst>
            </a:custGeom>
            <a:solidFill>
              <a:srgbClr val="3838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156190" cy="437156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sub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-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b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print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sub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638308" y="4625007"/>
            <a:ext cx="3042892" cy="922495"/>
            <a:chOff x="0" y="0"/>
            <a:chExt cx="4057189" cy="122999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057189" cy="1229993"/>
              <a:chOff x="0" y="0"/>
              <a:chExt cx="1097742" cy="3327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97742" cy="332796"/>
              </a:xfrm>
              <a:custGeom>
                <a:avLst/>
                <a:gdLst/>
                <a:ahLst/>
                <a:cxnLst/>
                <a:rect r="r" b="b" t="t" l="l"/>
                <a:pathLst>
                  <a:path h="332796" w="1097742">
                    <a:moveTo>
                      <a:pt x="92082" y="0"/>
                    </a:moveTo>
                    <a:lnTo>
                      <a:pt x="1005660" y="0"/>
                    </a:lnTo>
                    <a:cubicBezTo>
                      <a:pt x="1030082" y="0"/>
                      <a:pt x="1053503" y="9701"/>
                      <a:pt x="1070772" y="26970"/>
                    </a:cubicBezTo>
                    <a:cubicBezTo>
                      <a:pt x="1088041" y="44239"/>
                      <a:pt x="1097742" y="67660"/>
                      <a:pt x="1097742" y="92082"/>
                    </a:cubicBezTo>
                    <a:lnTo>
                      <a:pt x="1097742" y="240714"/>
                    </a:lnTo>
                    <a:cubicBezTo>
                      <a:pt x="1097742" y="291569"/>
                      <a:pt x="1056516" y="332796"/>
                      <a:pt x="1005660" y="332796"/>
                    </a:cubicBezTo>
                    <a:lnTo>
                      <a:pt x="92082" y="332796"/>
                    </a:lnTo>
                    <a:cubicBezTo>
                      <a:pt x="67660" y="332796"/>
                      <a:pt x="44239" y="323094"/>
                      <a:pt x="26970" y="305826"/>
                    </a:cubicBezTo>
                    <a:cubicBezTo>
                      <a:pt x="9701" y="288557"/>
                      <a:pt x="0" y="265136"/>
                      <a:pt x="0" y="240714"/>
                    </a:cubicBezTo>
                    <a:lnTo>
                      <a:pt x="0" y="92082"/>
                    </a:lnTo>
                    <a:cubicBezTo>
                      <a:pt x="0" y="41227"/>
                      <a:pt x="41227" y="0"/>
                      <a:pt x="9208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97742" cy="37089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04688" y="251151"/>
              <a:ext cx="2847813" cy="669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b="true" sz="3283" spc="-196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Subtração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009540" y="7811161"/>
            <a:ext cx="4516198" cy="1447139"/>
            <a:chOff x="0" y="0"/>
            <a:chExt cx="1156190" cy="3704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6190" cy="370481"/>
            </a:xfrm>
            <a:custGeom>
              <a:avLst/>
              <a:gdLst/>
              <a:ahLst/>
              <a:cxnLst/>
              <a:rect r="r" b="b" t="t" l="l"/>
              <a:pathLst>
                <a:path h="370481" w="1156190">
                  <a:moveTo>
                    <a:pt x="87427" y="0"/>
                  </a:moveTo>
                  <a:lnTo>
                    <a:pt x="1068763" y="0"/>
                  </a:lnTo>
                  <a:cubicBezTo>
                    <a:pt x="1091950" y="0"/>
                    <a:pt x="1114187" y="9211"/>
                    <a:pt x="1130583" y="25607"/>
                  </a:cubicBezTo>
                  <a:cubicBezTo>
                    <a:pt x="1146979" y="42003"/>
                    <a:pt x="1156190" y="64240"/>
                    <a:pt x="1156190" y="87427"/>
                  </a:cubicBezTo>
                  <a:lnTo>
                    <a:pt x="1156190" y="283054"/>
                  </a:lnTo>
                  <a:cubicBezTo>
                    <a:pt x="1156190" y="306241"/>
                    <a:pt x="1146979" y="328479"/>
                    <a:pt x="1130583" y="344875"/>
                  </a:cubicBezTo>
                  <a:cubicBezTo>
                    <a:pt x="1114187" y="361270"/>
                    <a:pt x="1091950" y="370481"/>
                    <a:pt x="1068763" y="370481"/>
                  </a:cubicBezTo>
                  <a:lnTo>
                    <a:pt x="87427" y="370481"/>
                  </a:lnTo>
                  <a:cubicBezTo>
                    <a:pt x="64240" y="370481"/>
                    <a:pt x="42003" y="361270"/>
                    <a:pt x="25607" y="344875"/>
                  </a:cubicBezTo>
                  <a:cubicBezTo>
                    <a:pt x="9211" y="328479"/>
                    <a:pt x="0" y="306241"/>
                    <a:pt x="0" y="283054"/>
                  </a:cubicBezTo>
                  <a:lnTo>
                    <a:pt x="0" y="87427"/>
                  </a:lnTo>
                  <a:cubicBezTo>
                    <a:pt x="0" y="64240"/>
                    <a:pt x="9211" y="42003"/>
                    <a:pt x="25607" y="25607"/>
                  </a:cubicBezTo>
                  <a:cubicBezTo>
                    <a:pt x="42003" y="9211"/>
                    <a:pt x="64240" y="0"/>
                    <a:pt x="87427" y="0"/>
                  </a:cubicBezTo>
                  <a:close/>
                </a:path>
              </a:pathLst>
            </a:custGeom>
            <a:solidFill>
              <a:srgbClr val="3838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156190" cy="437156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mult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* 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b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print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mult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21642" y="7090355"/>
            <a:ext cx="4291994" cy="922495"/>
            <a:chOff x="0" y="0"/>
            <a:chExt cx="5722658" cy="1229993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722658" cy="1229993"/>
              <a:chOff x="0" y="0"/>
              <a:chExt cx="1548363" cy="33279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548363" cy="332796"/>
              </a:xfrm>
              <a:custGeom>
                <a:avLst/>
                <a:gdLst/>
                <a:ahLst/>
                <a:cxnLst/>
                <a:rect r="r" b="b" t="t" l="l"/>
                <a:pathLst>
                  <a:path h="332796" w="1548363">
                    <a:moveTo>
                      <a:pt x="65283" y="0"/>
                    </a:moveTo>
                    <a:lnTo>
                      <a:pt x="1483080" y="0"/>
                    </a:lnTo>
                    <a:cubicBezTo>
                      <a:pt x="1519135" y="0"/>
                      <a:pt x="1548363" y="29228"/>
                      <a:pt x="1548363" y="65283"/>
                    </a:cubicBezTo>
                    <a:lnTo>
                      <a:pt x="1548363" y="267513"/>
                    </a:lnTo>
                    <a:cubicBezTo>
                      <a:pt x="1548363" y="303567"/>
                      <a:pt x="1519135" y="332796"/>
                      <a:pt x="1483080" y="332796"/>
                    </a:cubicBezTo>
                    <a:lnTo>
                      <a:pt x="65283" y="332796"/>
                    </a:lnTo>
                    <a:cubicBezTo>
                      <a:pt x="29228" y="332796"/>
                      <a:pt x="0" y="303567"/>
                      <a:pt x="0" y="267513"/>
                    </a:cubicBezTo>
                    <a:lnTo>
                      <a:pt x="0" y="65283"/>
                    </a:lnTo>
                    <a:cubicBezTo>
                      <a:pt x="0" y="29228"/>
                      <a:pt x="29228" y="0"/>
                      <a:pt x="65283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548363" cy="37089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852911" y="251151"/>
              <a:ext cx="4016835" cy="669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b="true" sz="3283" spc="-196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Multiplicação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82813" y="7811161"/>
            <a:ext cx="4516198" cy="1447139"/>
            <a:chOff x="0" y="0"/>
            <a:chExt cx="1156190" cy="3704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6190" cy="370481"/>
            </a:xfrm>
            <a:custGeom>
              <a:avLst/>
              <a:gdLst/>
              <a:ahLst/>
              <a:cxnLst/>
              <a:rect r="r" b="b" t="t" l="l"/>
              <a:pathLst>
                <a:path h="370481" w="1156190">
                  <a:moveTo>
                    <a:pt x="87427" y="0"/>
                  </a:moveTo>
                  <a:lnTo>
                    <a:pt x="1068763" y="0"/>
                  </a:lnTo>
                  <a:cubicBezTo>
                    <a:pt x="1091950" y="0"/>
                    <a:pt x="1114187" y="9211"/>
                    <a:pt x="1130583" y="25607"/>
                  </a:cubicBezTo>
                  <a:cubicBezTo>
                    <a:pt x="1146979" y="42003"/>
                    <a:pt x="1156190" y="64240"/>
                    <a:pt x="1156190" y="87427"/>
                  </a:cubicBezTo>
                  <a:lnTo>
                    <a:pt x="1156190" y="283054"/>
                  </a:lnTo>
                  <a:cubicBezTo>
                    <a:pt x="1156190" y="306241"/>
                    <a:pt x="1146979" y="328479"/>
                    <a:pt x="1130583" y="344875"/>
                  </a:cubicBezTo>
                  <a:cubicBezTo>
                    <a:pt x="1114187" y="361270"/>
                    <a:pt x="1091950" y="370481"/>
                    <a:pt x="1068763" y="370481"/>
                  </a:cubicBezTo>
                  <a:lnTo>
                    <a:pt x="87427" y="370481"/>
                  </a:lnTo>
                  <a:cubicBezTo>
                    <a:pt x="64240" y="370481"/>
                    <a:pt x="42003" y="361270"/>
                    <a:pt x="25607" y="344875"/>
                  </a:cubicBezTo>
                  <a:cubicBezTo>
                    <a:pt x="9211" y="328479"/>
                    <a:pt x="0" y="306241"/>
                    <a:pt x="0" y="283054"/>
                  </a:cubicBezTo>
                  <a:lnTo>
                    <a:pt x="0" y="87427"/>
                  </a:lnTo>
                  <a:cubicBezTo>
                    <a:pt x="0" y="64240"/>
                    <a:pt x="9211" y="42003"/>
                    <a:pt x="25607" y="25607"/>
                  </a:cubicBezTo>
                  <a:cubicBezTo>
                    <a:pt x="42003" y="9211"/>
                    <a:pt x="64240" y="0"/>
                    <a:pt x="87427" y="0"/>
                  </a:cubicBezTo>
                  <a:close/>
                </a:path>
              </a:pathLst>
            </a:custGeom>
            <a:solidFill>
              <a:srgbClr val="3838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156190" cy="437156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div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/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b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print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div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055887" y="7090355"/>
            <a:ext cx="2370050" cy="922495"/>
            <a:chOff x="0" y="0"/>
            <a:chExt cx="3160067" cy="1229993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3160067" cy="1229993"/>
              <a:chOff x="0" y="0"/>
              <a:chExt cx="855010" cy="33279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55010" cy="332796"/>
              </a:xfrm>
              <a:custGeom>
                <a:avLst/>
                <a:gdLst/>
                <a:ahLst/>
                <a:cxnLst/>
                <a:rect r="r" b="b" t="t" l="l"/>
                <a:pathLst>
                  <a:path h="332796" w="855010">
                    <a:moveTo>
                      <a:pt x="118223" y="0"/>
                    </a:moveTo>
                    <a:lnTo>
                      <a:pt x="736787" y="0"/>
                    </a:lnTo>
                    <a:cubicBezTo>
                      <a:pt x="802080" y="0"/>
                      <a:pt x="855010" y="52930"/>
                      <a:pt x="855010" y="118223"/>
                    </a:cubicBezTo>
                    <a:lnTo>
                      <a:pt x="855010" y="214572"/>
                    </a:lnTo>
                    <a:cubicBezTo>
                      <a:pt x="855010" y="279865"/>
                      <a:pt x="802080" y="332796"/>
                      <a:pt x="736787" y="332796"/>
                    </a:cubicBezTo>
                    <a:lnTo>
                      <a:pt x="118223" y="332796"/>
                    </a:lnTo>
                    <a:cubicBezTo>
                      <a:pt x="52930" y="332796"/>
                      <a:pt x="0" y="279865"/>
                      <a:pt x="0" y="214572"/>
                    </a:cubicBezTo>
                    <a:lnTo>
                      <a:pt x="0" y="118223"/>
                    </a:lnTo>
                    <a:cubicBezTo>
                      <a:pt x="0" y="52930"/>
                      <a:pt x="52930" y="0"/>
                      <a:pt x="118223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55010" cy="37089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470980" y="251151"/>
              <a:ext cx="2218107" cy="669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b="true" sz="3283" spc="-196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Divisão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41272" y="5296342"/>
            <a:ext cx="4516198" cy="1447139"/>
            <a:chOff x="0" y="0"/>
            <a:chExt cx="1156190" cy="37048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6190" cy="370481"/>
            </a:xfrm>
            <a:custGeom>
              <a:avLst/>
              <a:gdLst/>
              <a:ahLst/>
              <a:cxnLst/>
              <a:rect r="r" b="b" t="t" l="l"/>
              <a:pathLst>
                <a:path h="370481" w="1156190">
                  <a:moveTo>
                    <a:pt x="87427" y="0"/>
                  </a:moveTo>
                  <a:lnTo>
                    <a:pt x="1068763" y="0"/>
                  </a:lnTo>
                  <a:cubicBezTo>
                    <a:pt x="1091950" y="0"/>
                    <a:pt x="1114187" y="9211"/>
                    <a:pt x="1130583" y="25607"/>
                  </a:cubicBezTo>
                  <a:cubicBezTo>
                    <a:pt x="1146979" y="42003"/>
                    <a:pt x="1156190" y="64240"/>
                    <a:pt x="1156190" y="87427"/>
                  </a:cubicBezTo>
                  <a:lnTo>
                    <a:pt x="1156190" y="283054"/>
                  </a:lnTo>
                  <a:cubicBezTo>
                    <a:pt x="1156190" y="306241"/>
                    <a:pt x="1146979" y="328479"/>
                    <a:pt x="1130583" y="344875"/>
                  </a:cubicBezTo>
                  <a:cubicBezTo>
                    <a:pt x="1114187" y="361270"/>
                    <a:pt x="1091950" y="370481"/>
                    <a:pt x="1068763" y="370481"/>
                  </a:cubicBezTo>
                  <a:lnTo>
                    <a:pt x="87427" y="370481"/>
                  </a:lnTo>
                  <a:cubicBezTo>
                    <a:pt x="64240" y="370481"/>
                    <a:pt x="42003" y="361270"/>
                    <a:pt x="25607" y="344875"/>
                  </a:cubicBezTo>
                  <a:cubicBezTo>
                    <a:pt x="9211" y="328479"/>
                    <a:pt x="0" y="306241"/>
                    <a:pt x="0" y="283054"/>
                  </a:cubicBezTo>
                  <a:lnTo>
                    <a:pt x="0" y="87427"/>
                  </a:lnTo>
                  <a:cubicBezTo>
                    <a:pt x="0" y="64240"/>
                    <a:pt x="9211" y="42003"/>
                    <a:pt x="25607" y="25607"/>
                  </a:cubicBezTo>
                  <a:cubicBezTo>
                    <a:pt x="42003" y="9211"/>
                    <a:pt x="64240" y="0"/>
                    <a:pt x="87427" y="0"/>
                  </a:cubicBezTo>
                  <a:close/>
                </a:path>
              </a:pathLst>
            </a:custGeom>
            <a:solidFill>
              <a:srgbClr val="3838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156190" cy="437156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mod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</a:t>
              </a:r>
              <a:r>
                <a:rPr lang="en-US" sz="3000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%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b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print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0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mod</a:t>
              </a:r>
              <a:r>
                <a:rPr lang="en-US" sz="3000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90715" y="4625007"/>
            <a:ext cx="2417311" cy="922495"/>
            <a:chOff x="0" y="0"/>
            <a:chExt cx="3223082" cy="1229993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3223082" cy="1229993"/>
              <a:chOff x="0" y="0"/>
              <a:chExt cx="872060" cy="332796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72060" cy="332796"/>
              </a:xfrm>
              <a:custGeom>
                <a:avLst/>
                <a:gdLst/>
                <a:ahLst/>
                <a:cxnLst/>
                <a:rect r="r" b="b" t="t" l="l"/>
                <a:pathLst>
                  <a:path h="332796" w="872060">
                    <a:moveTo>
                      <a:pt x="115912" y="0"/>
                    </a:moveTo>
                    <a:lnTo>
                      <a:pt x="756148" y="0"/>
                    </a:lnTo>
                    <a:cubicBezTo>
                      <a:pt x="820164" y="0"/>
                      <a:pt x="872060" y="51896"/>
                      <a:pt x="872060" y="115912"/>
                    </a:cubicBezTo>
                    <a:lnTo>
                      <a:pt x="872060" y="216884"/>
                    </a:lnTo>
                    <a:cubicBezTo>
                      <a:pt x="872060" y="280900"/>
                      <a:pt x="820164" y="332796"/>
                      <a:pt x="756148" y="332796"/>
                    </a:cubicBezTo>
                    <a:lnTo>
                      <a:pt x="115912" y="332796"/>
                    </a:lnTo>
                    <a:cubicBezTo>
                      <a:pt x="51896" y="332796"/>
                      <a:pt x="0" y="280900"/>
                      <a:pt x="0" y="216884"/>
                    </a:cubicBezTo>
                    <a:lnTo>
                      <a:pt x="0" y="115912"/>
                    </a:lnTo>
                    <a:cubicBezTo>
                      <a:pt x="0" y="51896"/>
                      <a:pt x="51896" y="0"/>
                      <a:pt x="115912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72060" cy="37089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480372" y="251151"/>
              <a:ext cx="2262338" cy="669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b="true" sz="3283" spc="-196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Módulo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524437" y="3428144"/>
            <a:ext cx="14506442" cy="4525719"/>
            <a:chOff x="0" y="0"/>
            <a:chExt cx="3820627" cy="11919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0626" cy="1191959"/>
            </a:xfrm>
            <a:custGeom>
              <a:avLst/>
              <a:gdLst/>
              <a:ahLst/>
              <a:cxnLst/>
              <a:rect r="r" b="b" t="t" l="l"/>
              <a:pathLst>
                <a:path h="1191959" w="3820626">
                  <a:moveTo>
                    <a:pt x="27218" y="0"/>
                  </a:moveTo>
                  <a:lnTo>
                    <a:pt x="3793408" y="0"/>
                  </a:lnTo>
                  <a:cubicBezTo>
                    <a:pt x="3800627" y="0"/>
                    <a:pt x="3807550" y="2868"/>
                    <a:pt x="3812654" y="7972"/>
                  </a:cubicBezTo>
                  <a:cubicBezTo>
                    <a:pt x="3817759" y="13076"/>
                    <a:pt x="3820626" y="19999"/>
                    <a:pt x="3820626" y="27218"/>
                  </a:cubicBezTo>
                  <a:lnTo>
                    <a:pt x="3820626" y="1164741"/>
                  </a:lnTo>
                  <a:cubicBezTo>
                    <a:pt x="3820626" y="1171959"/>
                    <a:pt x="3817759" y="1178882"/>
                    <a:pt x="3812654" y="1183987"/>
                  </a:cubicBezTo>
                  <a:cubicBezTo>
                    <a:pt x="3807550" y="1189091"/>
                    <a:pt x="3800627" y="1191959"/>
                    <a:pt x="3793408" y="1191959"/>
                  </a:cubicBezTo>
                  <a:lnTo>
                    <a:pt x="27218" y="1191959"/>
                  </a:lnTo>
                  <a:cubicBezTo>
                    <a:pt x="19999" y="1191959"/>
                    <a:pt x="13076" y="1189091"/>
                    <a:pt x="7972" y="1183987"/>
                  </a:cubicBezTo>
                  <a:cubicBezTo>
                    <a:pt x="2868" y="1178882"/>
                    <a:pt x="0" y="1171959"/>
                    <a:pt x="0" y="1164741"/>
                  </a:cubicBezTo>
                  <a:lnTo>
                    <a:pt x="0" y="27218"/>
                  </a:lnTo>
                  <a:cubicBezTo>
                    <a:pt x="0" y="19999"/>
                    <a:pt x="2868" y="13076"/>
                    <a:pt x="7972" y="7972"/>
                  </a:cubicBezTo>
                  <a:cubicBezTo>
                    <a:pt x="13076" y="2868"/>
                    <a:pt x="19999" y="0"/>
                    <a:pt x="2721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0627" cy="123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61763" y="4309700"/>
            <a:ext cx="13486197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Uma biblioteca é um conjunto de códigos prontos que outra pessoa já escreveu para facilitar a execução do código.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 ela, podemos usar funções prontas sem precisar programar tudo do zero.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Pense em uma biblioteca como uma “caixa de ferramentas” para o Python.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que é bibliotecas em python?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490" y="3199365"/>
            <a:ext cx="15865946" cy="947114"/>
            <a:chOff x="0" y="0"/>
            <a:chExt cx="4178685" cy="2494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78686" cy="249446"/>
            </a:xfrm>
            <a:custGeom>
              <a:avLst/>
              <a:gdLst/>
              <a:ahLst/>
              <a:cxnLst/>
              <a:rect r="r" b="b" t="t" l="l"/>
              <a:pathLst>
                <a:path h="249446" w="4178686">
                  <a:moveTo>
                    <a:pt x="24886" y="0"/>
                  </a:moveTo>
                  <a:lnTo>
                    <a:pt x="4153800" y="0"/>
                  </a:lnTo>
                  <a:cubicBezTo>
                    <a:pt x="4167544" y="0"/>
                    <a:pt x="4178686" y="11142"/>
                    <a:pt x="4178686" y="24886"/>
                  </a:cubicBezTo>
                  <a:lnTo>
                    <a:pt x="4178686" y="224560"/>
                  </a:lnTo>
                  <a:cubicBezTo>
                    <a:pt x="4178686" y="231160"/>
                    <a:pt x="4176064" y="237490"/>
                    <a:pt x="4171397" y="242157"/>
                  </a:cubicBezTo>
                  <a:cubicBezTo>
                    <a:pt x="4166730" y="246824"/>
                    <a:pt x="4160400" y="249446"/>
                    <a:pt x="4153800" y="249446"/>
                  </a:cubicBezTo>
                  <a:lnTo>
                    <a:pt x="24886" y="249446"/>
                  </a:lnTo>
                  <a:cubicBezTo>
                    <a:pt x="11142" y="249446"/>
                    <a:pt x="0" y="238304"/>
                    <a:pt x="0" y="224560"/>
                  </a:cubicBezTo>
                  <a:lnTo>
                    <a:pt x="0" y="24886"/>
                  </a:lnTo>
                  <a:cubicBezTo>
                    <a:pt x="0" y="11142"/>
                    <a:pt x="11142" y="0"/>
                    <a:pt x="2488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78685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32485" y="3418619"/>
            <a:ext cx="16250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Math:matemática avançada (raiz quadrada, potência, pi, logaritmos...)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algumas bibliotecas em python: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69490" y="4146480"/>
            <a:ext cx="3178366" cy="1508100"/>
            <a:chOff x="0" y="0"/>
            <a:chExt cx="1034063" cy="4906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4063" cy="490652"/>
            </a:xfrm>
            <a:custGeom>
              <a:avLst/>
              <a:gdLst/>
              <a:ahLst/>
              <a:cxnLst/>
              <a:rect r="r" b="b" t="t" l="l"/>
              <a:pathLst>
                <a:path h="490652" w="1034063">
                  <a:moveTo>
                    <a:pt x="124227" y="0"/>
                  </a:moveTo>
                  <a:lnTo>
                    <a:pt x="909837" y="0"/>
                  </a:lnTo>
                  <a:cubicBezTo>
                    <a:pt x="942784" y="0"/>
                    <a:pt x="974381" y="13088"/>
                    <a:pt x="997678" y="36385"/>
                  </a:cubicBezTo>
                  <a:cubicBezTo>
                    <a:pt x="1020975" y="59682"/>
                    <a:pt x="1034063" y="91280"/>
                    <a:pt x="1034063" y="124227"/>
                  </a:cubicBezTo>
                  <a:lnTo>
                    <a:pt x="1034063" y="366425"/>
                  </a:lnTo>
                  <a:cubicBezTo>
                    <a:pt x="1034063" y="399372"/>
                    <a:pt x="1020975" y="430970"/>
                    <a:pt x="997678" y="454267"/>
                  </a:cubicBezTo>
                  <a:cubicBezTo>
                    <a:pt x="974381" y="477564"/>
                    <a:pt x="942784" y="490652"/>
                    <a:pt x="909837" y="490652"/>
                  </a:cubicBezTo>
                  <a:lnTo>
                    <a:pt x="124227" y="490652"/>
                  </a:lnTo>
                  <a:cubicBezTo>
                    <a:pt x="91280" y="490652"/>
                    <a:pt x="59682" y="477564"/>
                    <a:pt x="36385" y="454267"/>
                  </a:cubicBezTo>
                  <a:cubicBezTo>
                    <a:pt x="13088" y="430970"/>
                    <a:pt x="0" y="399372"/>
                    <a:pt x="0" y="366425"/>
                  </a:cubicBezTo>
                  <a:lnTo>
                    <a:pt x="0" y="124227"/>
                  </a:lnTo>
                  <a:cubicBezTo>
                    <a:pt x="0" y="91280"/>
                    <a:pt x="13088" y="59682"/>
                    <a:pt x="36385" y="36385"/>
                  </a:cubicBezTo>
                  <a:cubicBezTo>
                    <a:pt x="59682" y="13088"/>
                    <a:pt x="91280" y="0"/>
                    <a:pt x="124227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34063" cy="528752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32485" y="4529055"/>
            <a:ext cx="272900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</a:t>
            </a: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port math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print(math.pi)</a:t>
            </a:r>
          </a:p>
        </p:txBody>
      </p:sp>
      <p:sp>
        <p:nvSpPr>
          <p:cNvPr name="Freeform 14" id="14"/>
          <p:cNvSpPr/>
          <p:nvPr/>
        </p:nvSpPr>
        <p:spPr>
          <a:xfrm flipH="false" flipV="true" rot="0">
            <a:off x="3444736" y="4741873"/>
            <a:ext cx="470302" cy="481743"/>
          </a:xfrm>
          <a:custGeom>
            <a:avLst/>
            <a:gdLst/>
            <a:ahLst/>
            <a:cxnLst/>
            <a:rect r="r" b="b" t="t" l="l"/>
            <a:pathLst>
              <a:path h="481743" w="470302">
                <a:moveTo>
                  <a:pt x="0" y="481744"/>
                </a:moveTo>
                <a:lnTo>
                  <a:pt x="470302" y="481744"/>
                </a:lnTo>
                <a:lnTo>
                  <a:pt x="470302" y="0"/>
                </a:lnTo>
                <a:lnTo>
                  <a:pt x="0" y="0"/>
                </a:lnTo>
                <a:lnTo>
                  <a:pt x="0" y="4817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087069" y="4795020"/>
            <a:ext cx="4156545" cy="428597"/>
            <a:chOff x="0" y="0"/>
            <a:chExt cx="5542060" cy="57146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542060" cy="571462"/>
              <a:chOff x="0" y="0"/>
              <a:chExt cx="2068876" cy="2133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68876" cy="213330"/>
              </a:xfrm>
              <a:custGeom>
                <a:avLst/>
                <a:gdLst/>
                <a:ahLst/>
                <a:cxnLst/>
                <a:rect r="r" b="b" t="t" l="l"/>
                <a:pathLst>
                  <a:path h="213330" w="2068876">
                    <a:moveTo>
                      <a:pt x="94992" y="0"/>
                    </a:moveTo>
                    <a:lnTo>
                      <a:pt x="1973884" y="0"/>
                    </a:lnTo>
                    <a:cubicBezTo>
                      <a:pt x="1999078" y="0"/>
                      <a:pt x="2023239" y="10008"/>
                      <a:pt x="2041054" y="27822"/>
                    </a:cubicBezTo>
                    <a:cubicBezTo>
                      <a:pt x="2058868" y="45637"/>
                      <a:pt x="2068876" y="69798"/>
                      <a:pt x="2068876" y="94992"/>
                    </a:cubicBezTo>
                    <a:lnTo>
                      <a:pt x="2068876" y="118338"/>
                    </a:lnTo>
                    <a:cubicBezTo>
                      <a:pt x="2068876" y="170800"/>
                      <a:pt x="2026347" y="213330"/>
                      <a:pt x="1973884" y="213330"/>
                    </a:cubicBezTo>
                    <a:lnTo>
                      <a:pt x="94992" y="213330"/>
                    </a:lnTo>
                    <a:cubicBezTo>
                      <a:pt x="69798" y="213330"/>
                      <a:pt x="45637" y="203321"/>
                      <a:pt x="27822" y="185507"/>
                    </a:cubicBezTo>
                    <a:cubicBezTo>
                      <a:pt x="10008" y="167693"/>
                      <a:pt x="0" y="143531"/>
                      <a:pt x="0" y="118338"/>
                    </a:cubicBezTo>
                    <a:lnTo>
                      <a:pt x="0" y="94992"/>
                    </a:lnTo>
                    <a:cubicBezTo>
                      <a:pt x="0" y="69798"/>
                      <a:pt x="10008" y="45637"/>
                      <a:pt x="27822" y="27822"/>
                    </a:cubicBezTo>
                    <a:cubicBezTo>
                      <a:pt x="45637" y="10008"/>
                      <a:pt x="69798" y="0"/>
                      <a:pt x="94992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068876" cy="251430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80318" y="86318"/>
              <a:ext cx="5261742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 3.141592653589793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9490" y="6035580"/>
            <a:ext cx="6681292" cy="947114"/>
            <a:chOff x="0" y="0"/>
            <a:chExt cx="1759682" cy="2494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9682" cy="249446"/>
            </a:xfrm>
            <a:custGeom>
              <a:avLst/>
              <a:gdLst/>
              <a:ahLst/>
              <a:cxnLst/>
              <a:rect r="r" b="b" t="t" l="l"/>
              <a:pathLst>
                <a:path h="249446" w="1759682">
                  <a:moveTo>
                    <a:pt x="59096" y="0"/>
                  </a:moveTo>
                  <a:lnTo>
                    <a:pt x="1700586" y="0"/>
                  </a:lnTo>
                  <a:cubicBezTo>
                    <a:pt x="1716259" y="0"/>
                    <a:pt x="1731290" y="6226"/>
                    <a:pt x="1742373" y="17309"/>
                  </a:cubicBezTo>
                  <a:cubicBezTo>
                    <a:pt x="1753456" y="28391"/>
                    <a:pt x="1759682" y="43423"/>
                    <a:pt x="1759682" y="59096"/>
                  </a:cubicBezTo>
                  <a:lnTo>
                    <a:pt x="1759682" y="190350"/>
                  </a:lnTo>
                  <a:cubicBezTo>
                    <a:pt x="1759682" y="222988"/>
                    <a:pt x="1733224" y="249446"/>
                    <a:pt x="1700586" y="249446"/>
                  </a:cubicBezTo>
                  <a:lnTo>
                    <a:pt x="59096" y="249446"/>
                  </a:lnTo>
                  <a:cubicBezTo>
                    <a:pt x="26458" y="249446"/>
                    <a:pt x="0" y="222988"/>
                    <a:pt x="0" y="190350"/>
                  </a:cubicBezTo>
                  <a:lnTo>
                    <a:pt x="0" y="59096"/>
                  </a:lnTo>
                  <a:cubicBezTo>
                    <a:pt x="0" y="26458"/>
                    <a:pt x="26458" y="0"/>
                    <a:pt x="5909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5968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32485" y="6245130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Random:números aleatórios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69490" y="7001523"/>
            <a:ext cx="8087851" cy="2085106"/>
            <a:chOff x="0" y="0"/>
            <a:chExt cx="2631337" cy="6783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31337" cy="678377"/>
            </a:xfrm>
            <a:custGeom>
              <a:avLst/>
              <a:gdLst/>
              <a:ahLst/>
              <a:cxnLst/>
              <a:rect r="r" b="b" t="t" l="l"/>
              <a:pathLst>
                <a:path h="678377" w="2631337">
                  <a:moveTo>
                    <a:pt x="48819" y="0"/>
                  </a:moveTo>
                  <a:lnTo>
                    <a:pt x="2582518" y="0"/>
                  </a:lnTo>
                  <a:cubicBezTo>
                    <a:pt x="2609480" y="0"/>
                    <a:pt x="2631337" y="21857"/>
                    <a:pt x="2631337" y="48819"/>
                  </a:cubicBezTo>
                  <a:lnTo>
                    <a:pt x="2631337" y="629559"/>
                  </a:lnTo>
                  <a:cubicBezTo>
                    <a:pt x="2631337" y="642506"/>
                    <a:pt x="2626193" y="654923"/>
                    <a:pt x="2617038" y="664079"/>
                  </a:cubicBezTo>
                  <a:cubicBezTo>
                    <a:pt x="2607883" y="673234"/>
                    <a:pt x="2595466" y="678377"/>
                    <a:pt x="2582518" y="678377"/>
                  </a:cubicBezTo>
                  <a:lnTo>
                    <a:pt x="48819" y="678377"/>
                  </a:lnTo>
                  <a:cubicBezTo>
                    <a:pt x="21857" y="678377"/>
                    <a:pt x="0" y="656520"/>
                    <a:pt x="0" y="629559"/>
                  </a:cubicBezTo>
                  <a:lnTo>
                    <a:pt x="0" y="48819"/>
                  </a:lnTo>
                  <a:cubicBezTo>
                    <a:pt x="0" y="35871"/>
                    <a:pt x="5143" y="23454"/>
                    <a:pt x="14299" y="14299"/>
                  </a:cubicBezTo>
                  <a:cubicBezTo>
                    <a:pt x="23454" y="5143"/>
                    <a:pt x="35871" y="0"/>
                    <a:pt x="48819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631337" cy="716477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511" t="-123567" r="-70535" b="-42789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32485" y="7301126"/>
            <a:ext cx="9897737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</a:t>
            </a: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port random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nomes = ["Ana", "Bruno", "Carlos", "Duda"]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sorteado = random.choice(nomes)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print(sorteado)</a:t>
            </a:r>
          </a:p>
        </p:txBody>
      </p:sp>
      <p:sp>
        <p:nvSpPr>
          <p:cNvPr name="Freeform 31" id="31"/>
          <p:cNvSpPr/>
          <p:nvPr/>
        </p:nvSpPr>
        <p:spPr>
          <a:xfrm flipH="false" flipV="true" rot="0">
            <a:off x="7592311" y="8845757"/>
            <a:ext cx="470302" cy="481743"/>
          </a:xfrm>
          <a:custGeom>
            <a:avLst/>
            <a:gdLst/>
            <a:ahLst/>
            <a:cxnLst/>
            <a:rect r="r" b="b" t="t" l="l"/>
            <a:pathLst>
              <a:path h="481743" w="470302">
                <a:moveTo>
                  <a:pt x="0" y="481744"/>
                </a:moveTo>
                <a:lnTo>
                  <a:pt x="470301" y="481744"/>
                </a:lnTo>
                <a:lnTo>
                  <a:pt x="470301" y="0"/>
                </a:lnTo>
                <a:lnTo>
                  <a:pt x="0" y="0"/>
                </a:lnTo>
                <a:lnTo>
                  <a:pt x="0" y="4817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243614" y="8898904"/>
            <a:ext cx="3780317" cy="733397"/>
            <a:chOff x="0" y="0"/>
            <a:chExt cx="5040423" cy="97786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040423" cy="977862"/>
              <a:chOff x="0" y="0"/>
              <a:chExt cx="1881613" cy="36504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81613" cy="365041"/>
              </a:xfrm>
              <a:custGeom>
                <a:avLst/>
                <a:gdLst/>
                <a:ahLst/>
                <a:cxnLst/>
                <a:rect r="r" b="b" t="t" l="l"/>
                <a:pathLst>
                  <a:path h="365041" w="1881613">
                    <a:moveTo>
                      <a:pt x="104446" y="0"/>
                    </a:moveTo>
                    <a:lnTo>
                      <a:pt x="1777167" y="0"/>
                    </a:lnTo>
                    <a:cubicBezTo>
                      <a:pt x="1834851" y="0"/>
                      <a:pt x="1881613" y="46762"/>
                      <a:pt x="1881613" y="104446"/>
                    </a:cubicBezTo>
                    <a:lnTo>
                      <a:pt x="1881613" y="260595"/>
                    </a:lnTo>
                    <a:cubicBezTo>
                      <a:pt x="1881613" y="288296"/>
                      <a:pt x="1870609" y="314862"/>
                      <a:pt x="1851022" y="334449"/>
                    </a:cubicBezTo>
                    <a:cubicBezTo>
                      <a:pt x="1831434" y="354036"/>
                      <a:pt x="1804868" y="365041"/>
                      <a:pt x="1777167" y="365041"/>
                    </a:cubicBezTo>
                    <a:lnTo>
                      <a:pt x="104446" y="365041"/>
                    </a:lnTo>
                    <a:cubicBezTo>
                      <a:pt x="46762" y="365041"/>
                      <a:pt x="0" y="318279"/>
                      <a:pt x="0" y="260595"/>
                    </a:cubicBezTo>
                    <a:lnTo>
                      <a:pt x="0" y="104446"/>
                    </a:lnTo>
                    <a:cubicBezTo>
                      <a:pt x="0" y="46762"/>
                      <a:pt x="46762" y="0"/>
                      <a:pt x="104446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881613" cy="403141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54945" y="86318"/>
              <a:ext cx="4785478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 um dos nomes da lista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9490" y="3199365"/>
            <a:ext cx="8487996" cy="947114"/>
            <a:chOff x="0" y="0"/>
            <a:chExt cx="2235522" cy="249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5521" cy="249446"/>
            </a:xfrm>
            <a:custGeom>
              <a:avLst/>
              <a:gdLst/>
              <a:ahLst/>
              <a:cxnLst/>
              <a:rect r="r" b="b" t="t" l="l"/>
              <a:pathLst>
                <a:path h="249446" w="2235521">
                  <a:moveTo>
                    <a:pt x="46517" y="0"/>
                  </a:moveTo>
                  <a:lnTo>
                    <a:pt x="2189004" y="0"/>
                  </a:lnTo>
                  <a:cubicBezTo>
                    <a:pt x="2201341" y="0"/>
                    <a:pt x="2213173" y="4901"/>
                    <a:pt x="2221897" y="13625"/>
                  </a:cubicBezTo>
                  <a:cubicBezTo>
                    <a:pt x="2230621" y="22348"/>
                    <a:pt x="2235521" y="34180"/>
                    <a:pt x="2235521" y="46517"/>
                  </a:cubicBezTo>
                  <a:lnTo>
                    <a:pt x="2235521" y="202929"/>
                  </a:lnTo>
                  <a:cubicBezTo>
                    <a:pt x="2235521" y="215266"/>
                    <a:pt x="2230621" y="227097"/>
                    <a:pt x="2221897" y="235821"/>
                  </a:cubicBezTo>
                  <a:cubicBezTo>
                    <a:pt x="2213173" y="244545"/>
                    <a:pt x="2201341" y="249446"/>
                    <a:pt x="2189004" y="249446"/>
                  </a:cubicBezTo>
                  <a:lnTo>
                    <a:pt x="46517" y="249446"/>
                  </a:lnTo>
                  <a:cubicBezTo>
                    <a:pt x="34180" y="249446"/>
                    <a:pt x="22348" y="244545"/>
                    <a:pt x="13625" y="235821"/>
                  </a:cubicBezTo>
                  <a:cubicBezTo>
                    <a:pt x="4901" y="227097"/>
                    <a:pt x="0" y="215266"/>
                    <a:pt x="0" y="202929"/>
                  </a:cubicBezTo>
                  <a:lnTo>
                    <a:pt x="0" y="46517"/>
                  </a:lnTo>
                  <a:cubicBezTo>
                    <a:pt x="0" y="34180"/>
                    <a:pt x="4901" y="22348"/>
                    <a:pt x="13625" y="13625"/>
                  </a:cubicBezTo>
                  <a:cubicBezTo>
                    <a:pt x="22348" y="4901"/>
                    <a:pt x="34180" y="0"/>
                    <a:pt x="4651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3552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33394" y="4146480"/>
            <a:ext cx="9017842" cy="5549749"/>
            <a:chOff x="0" y="0"/>
            <a:chExt cx="2933904" cy="18055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3904" cy="1805580"/>
            </a:xfrm>
            <a:custGeom>
              <a:avLst/>
              <a:gdLst/>
              <a:ahLst/>
              <a:cxnLst/>
              <a:rect r="r" b="b" t="t" l="l"/>
              <a:pathLst>
                <a:path h="1805580" w="2933904">
                  <a:moveTo>
                    <a:pt x="43784" y="0"/>
                  </a:moveTo>
                  <a:lnTo>
                    <a:pt x="2890120" y="0"/>
                  </a:lnTo>
                  <a:cubicBezTo>
                    <a:pt x="2901732" y="0"/>
                    <a:pt x="2912869" y="4613"/>
                    <a:pt x="2921080" y="12824"/>
                  </a:cubicBezTo>
                  <a:cubicBezTo>
                    <a:pt x="2929291" y="21035"/>
                    <a:pt x="2933904" y="32172"/>
                    <a:pt x="2933904" y="43784"/>
                  </a:cubicBezTo>
                  <a:lnTo>
                    <a:pt x="2933904" y="1761795"/>
                  </a:lnTo>
                  <a:cubicBezTo>
                    <a:pt x="2933904" y="1785977"/>
                    <a:pt x="2914301" y="1805580"/>
                    <a:pt x="2890120" y="1805580"/>
                  </a:cubicBezTo>
                  <a:lnTo>
                    <a:pt x="43784" y="1805580"/>
                  </a:lnTo>
                  <a:cubicBezTo>
                    <a:pt x="32172" y="1805580"/>
                    <a:pt x="21035" y="1800967"/>
                    <a:pt x="12824" y="1792755"/>
                  </a:cubicBezTo>
                  <a:cubicBezTo>
                    <a:pt x="4613" y="1784544"/>
                    <a:pt x="0" y="1773408"/>
                    <a:pt x="0" y="1761795"/>
                  </a:cubicBezTo>
                  <a:lnTo>
                    <a:pt x="0" y="43784"/>
                  </a:lnTo>
                  <a:cubicBezTo>
                    <a:pt x="0" y="32172"/>
                    <a:pt x="4613" y="21035"/>
                    <a:pt x="12824" y="12824"/>
                  </a:cubicBezTo>
                  <a:cubicBezTo>
                    <a:pt x="21035" y="4613"/>
                    <a:pt x="32172" y="0"/>
                    <a:pt x="43784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33904" cy="1843679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66882" y="4288183"/>
            <a:ext cx="10148525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</a:t>
            </a: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port matplotlib.pyplot as plt 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Dados para o gráfico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x = [1, 2, 2, 4]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y = [1, 4, 9, 16]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Criação do gráfico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plt.plot(x, y)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plt.title("Meu Primeiro Gráfico com Matplotlib")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plt.xlabel("Eixo X")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plt.ylabel("Eixo Y")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# Exibe o gráfico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plt.show()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0498644" y="3905608"/>
            <a:ext cx="470302" cy="481743"/>
          </a:xfrm>
          <a:custGeom>
            <a:avLst/>
            <a:gdLst/>
            <a:ahLst/>
            <a:cxnLst/>
            <a:rect r="r" b="b" t="t" l="l"/>
            <a:pathLst>
              <a:path h="481743" w="470302">
                <a:moveTo>
                  <a:pt x="0" y="481743"/>
                </a:moveTo>
                <a:lnTo>
                  <a:pt x="470302" y="481743"/>
                </a:lnTo>
                <a:lnTo>
                  <a:pt x="470302" y="0"/>
                </a:lnTo>
                <a:lnTo>
                  <a:pt x="0" y="0"/>
                </a:lnTo>
                <a:lnTo>
                  <a:pt x="0" y="4817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60969" y="4073885"/>
            <a:ext cx="1328996" cy="428597"/>
            <a:chOff x="0" y="0"/>
            <a:chExt cx="661493" cy="2133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1493" cy="213330"/>
            </a:xfrm>
            <a:custGeom>
              <a:avLst/>
              <a:gdLst/>
              <a:ahLst/>
              <a:cxnLst/>
              <a:rect r="r" b="b" t="t" l="l"/>
              <a:pathLst>
                <a:path h="213330" w="661493">
                  <a:moveTo>
                    <a:pt x="106665" y="0"/>
                  </a:moveTo>
                  <a:lnTo>
                    <a:pt x="554829" y="0"/>
                  </a:lnTo>
                  <a:cubicBezTo>
                    <a:pt x="613738" y="0"/>
                    <a:pt x="661493" y="47755"/>
                    <a:pt x="661493" y="106665"/>
                  </a:cubicBezTo>
                  <a:lnTo>
                    <a:pt x="661493" y="106665"/>
                  </a:lnTo>
                  <a:cubicBezTo>
                    <a:pt x="661493" y="165574"/>
                    <a:pt x="613738" y="213330"/>
                    <a:pt x="554829" y="213330"/>
                  </a:cubicBezTo>
                  <a:lnTo>
                    <a:pt x="106665" y="213330"/>
                  </a:lnTo>
                  <a:cubicBezTo>
                    <a:pt x="47755" y="213330"/>
                    <a:pt x="0" y="165574"/>
                    <a:pt x="0" y="106665"/>
                  </a:cubicBezTo>
                  <a:lnTo>
                    <a:pt x="0" y="106665"/>
                  </a:lnTo>
                  <a:cubicBezTo>
                    <a:pt x="0" y="47755"/>
                    <a:pt x="47755" y="0"/>
                    <a:pt x="106665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1493" cy="251430"/>
            </a:xfrm>
            <a:prstGeom prst="rect">
              <a:avLst/>
            </a:prstGeom>
          </p:spPr>
          <p:txBody>
            <a:bodyPr anchor="ctr" rtlCol="false" tIns="26880" lIns="26880" bIns="26880" rIns="2688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825467" y="4750132"/>
            <a:ext cx="6220845" cy="4841156"/>
          </a:xfrm>
          <a:custGeom>
            <a:avLst/>
            <a:gdLst/>
            <a:ahLst/>
            <a:cxnLst/>
            <a:rect r="r" b="b" t="t" l="l"/>
            <a:pathLst>
              <a:path h="4841156" w="6220845">
                <a:moveTo>
                  <a:pt x="0" y="0"/>
                </a:moveTo>
                <a:lnTo>
                  <a:pt x="6220845" y="0"/>
                </a:lnTo>
                <a:lnTo>
                  <a:pt x="6220845" y="4841156"/>
                </a:lnTo>
                <a:lnTo>
                  <a:pt x="0" y="48411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Matplotlib:mexe com gráficos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algumas bibliotecas em python: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72663" y="4135783"/>
            <a:ext cx="126177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90926" y="499348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490" y="3199365"/>
            <a:ext cx="8487996" cy="947114"/>
            <a:chOff x="0" y="0"/>
            <a:chExt cx="2235522" cy="2494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5521" cy="249446"/>
            </a:xfrm>
            <a:custGeom>
              <a:avLst/>
              <a:gdLst/>
              <a:ahLst/>
              <a:cxnLst/>
              <a:rect r="r" b="b" t="t" l="l"/>
              <a:pathLst>
                <a:path h="249446" w="2235521">
                  <a:moveTo>
                    <a:pt x="46517" y="0"/>
                  </a:moveTo>
                  <a:lnTo>
                    <a:pt x="2189004" y="0"/>
                  </a:lnTo>
                  <a:cubicBezTo>
                    <a:pt x="2201341" y="0"/>
                    <a:pt x="2213173" y="4901"/>
                    <a:pt x="2221897" y="13625"/>
                  </a:cubicBezTo>
                  <a:cubicBezTo>
                    <a:pt x="2230621" y="22348"/>
                    <a:pt x="2235521" y="34180"/>
                    <a:pt x="2235521" y="46517"/>
                  </a:cubicBezTo>
                  <a:lnTo>
                    <a:pt x="2235521" y="202929"/>
                  </a:lnTo>
                  <a:cubicBezTo>
                    <a:pt x="2235521" y="215266"/>
                    <a:pt x="2230621" y="227097"/>
                    <a:pt x="2221897" y="235821"/>
                  </a:cubicBezTo>
                  <a:cubicBezTo>
                    <a:pt x="2213173" y="244545"/>
                    <a:pt x="2201341" y="249446"/>
                    <a:pt x="2189004" y="249446"/>
                  </a:cubicBezTo>
                  <a:lnTo>
                    <a:pt x="46517" y="249446"/>
                  </a:lnTo>
                  <a:cubicBezTo>
                    <a:pt x="34180" y="249446"/>
                    <a:pt x="22348" y="244545"/>
                    <a:pt x="13625" y="235821"/>
                  </a:cubicBezTo>
                  <a:cubicBezTo>
                    <a:pt x="4901" y="227097"/>
                    <a:pt x="0" y="215266"/>
                    <a:pt x="0" y="202929"/>
                  </a:cubicBezTo>
                  <a:lnTo>
                    <a:pt x="0" y="46517"/>
                  </a:lnTo>
                  <a:cubicBezTo>
                    <a:pt x="0" y="34180"/>
                    <a:pt x="4901" y="22348"/>
                    <a:pt x="13625" y="13625"/>
                  </a:cubicBezTo>
                  <a:cubicBezTo>
                    <a:pt x="22348" y="4901"/>
                    <a:pt x="34180" y="0"/>
                    <a:pt x="4651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552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NumPy:cálculos com arrays e matrizes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BIBLIOTECAS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algumas bibliotecas em python: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69490" y="4146480"/>
            <a:ext cx="6066458" cy="1761050"/>
            <a:chOff x="0" y="0"/>
            <a:chExt cx="1973688" cy="572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3688" cy="572948"/>
            </a:xfrm>
            <a:custGeom>
              <a:avLst/>
              <a:gdLst/>
              <a:ahLst/>
              <a:cxnLst/>
              <a:rect r="r" b="b" t="t" l="l"/>
              <a:pathLst>
                <a:path h="572948" w="1973688">
                  <a:moveTo>
                    <a:pt x="65085" y="0"/>
                  </a:moveTo>
                  <a:lnTo>
                    <a:pt x="1908602" y="0"/>
                  </a:lnTo>
                  <a:cubicBezTo>
                    <a:pt x="1944548" y="0"/>
                    <a:pt x="1973688" y="29140"/>
                    <a:pt x="1973688" y="65085"/>
                  </a:cubicBezTo>
                  <a:lnTo>
                    <a:pt x="1973688" y="507862"/>
                  </a:lnTo>
                  <a:cubicBezTo>
                    <a:pt x="1973688" y="543808"/>
                    <a:pt x="1944548" y="572948"/>
                    <a:pt x="1908602" y="572948"/>
                  </a:cubicBezTo>
                  <a:lnTo>
                    <a:pt x="65085" y="572948"/>
                  </a:lnTo>
                  <a:cubicBezTo>
                    <a:pt x="47824" y="572948"/>
                    <a:pt x="31269" y="566090"/>
                    <a:pt x="19063" y="553885"/>
                  </a:cubicBezTo>
                  <a:cubicBezTo>
                    <a:pt x="6857" y="541679"/>
                    <a:pt x="0" y="525124"/>
                    <a:pt x="0" y="507862"/>
                  </a:cubicBezTo>
                  <a:lnTo>
                    <a:pt x="0" y="65085"/>
                  </a:lnTo>
                  <a:cubicBezTo>
                    <a:pt x="0" y="47824"/>
                    <a:pt x="6857" y="31269"/>
                    <a:pt x="19063" y="19063"/>
                  </a:cubicBezTo>
                  <a:cubicBezTo>
                    <a:pt x="31269" y="6857"/>
                    <a:pt x="47824" y="0"/>
                    <a:pt x="6508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73688" cy="611048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32485" y="4529055"/>
            <a:ext cx="657797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</a:t>
            </a: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port numpy as np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arr = np.array([1, 2, 3, 4, 5])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print(arr * 2)</a:t>
            </a:r>
          </a:p>
        </p:txBody>
      </p:sp>
      <p:sp>
        <p:nvSpPr>
          <p:cNvPr name="Freeform 14" id="14"/>
          <p:cNvSpPr/>
          <p:nvPr/>
        </p:nvSpPr>
        <p:spPr>
          <a:xfrm flipH="false" flipV="true" rot="0">
            <a:off x="6535948" y="4741873"/>
            <a:ext cx="470302" cy="481743"/>
          </a:xfrm>
          <a:custGeom>
            <a:avLst/>
            <a:gdLst/>
            <a:ahLst/>
            <a:cxnLst/>
            <a:rect r="r" b="b" t="t" l="l"/>
            <a:pathLst>
              <a:path h="481743" w="470302">
                <a:moveTo>
                  <a:pt x="0" y="481744"/>
                </a:moveTo>
                <a:lnTo>
                  <a:pt x="470302" y="481744"/>
                </a:lnTo>
                <a:lnTo>
                  <a:pt x="470302" y="0"/>
                </a:lnTo>
                <a:lnTo>
                  <a:pt x="0" y="0"/>
                </a:lnTo>
                <a:lnTo>
                  <a:pt x="0" y="4817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249389" y="4812706"/>
            <a:ext cx="4156545" cy="428597"/>
            <a:chOff x="0" y="0"/>
            <a:chExt cx="5542060" cy="57146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542060" cy="571462"/>
              <a:chOff x="0" y="0"/>
              <a:chExt cx="2068876" cy="2133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68876" cy="213330"/>
              </a:xfrm>
              <a:custGeom>
                <a:avLst/>
                <a:gdLst/>
                <a:ahLst/>
                <a:cxnLst/>
                <a:rect r="r" b="b" t="t" l="l"/>
                <a:pathLst>
                  <a:path h="213330" w="2068876">
                    <a:moveTo>
                      <a:pt x="94992" y="0"/>
                    </a:moveTo>
                    <a:lnTo>
                      <a:pt x="1973884" y="0"/>
                    </a:lnTo>
                    <a:cubicBezTo>
                      <a:pt x="1999078" y="0"/>
                      <a:pt x="2023239" y="10008"/>
                      <a:pt x="2041054" y="27822"/>
                    </a:cubicBezTo>
                    <a:cubicBezTo>
                      <a:pt x="2058868" y="45637"/>
                      <a:pt x="2068876" y="69798"/>
                      <a:pt x="2068876" y="94992"/>
                    </a:cubicBezTo>
                    <a:lnTo>
                      <a:pt x="2068876" y="118338"/>
                    </a:lnTo>
                    <a:cubicBezTo>
                      <a:pt x="2068876" y="170800"/>
                      <a:pt x="2026347" y="213330"/>
                      <a:pt x="1973884" y="213330"/>
                    </a:cubicBezTo>
                    <a:lnTo>
                      <a:pt x="94992" y="213330"/>
                    </a:lnTo>
                    <a:cubicBezTo>
                      <a:pt x="69798" y="213330"/>
                      <a:pt x="45637" y="203321"/>
                      <a:pt x="27822" y="185507"/>
                    </a:cubicBezTo>
                    <a:cubicBezTo>
                      <a:pt x="10008" y="167693"/>
                      <a:pt x="0" y="143531"/>
                      <a:pt x="0" y="118338"/>
                    </a:cubicBezTo>
                    <a:lnTo>
                      <a:pt x="0" y="94992"/>
                    </a:lnTo>
                    <a:cubicBezTo>
                      <a:pt x="0" y="69798"/>
                      <a:pt x="10008" y="45637"/>
                      <a:pt x="27822" y="27822"/>
                    </a:cubicBezTo>
                    <a:cubicBezTo>
                      <a:pt x="45637" y="10008"/>
                      <a:pt x="69798" y="0"/>
                      <a:pt x="94992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068876" cy="251430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80318" y="86318"/>
              <a:ext cx="5261742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 [ 2  4  6  8  10 ]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9490" y="6152412"/>
            <a:ext cx="10936445" cy="947114"/>
            <a:chOff x="0" y="0"/>
            <a:chExt cx="2880380" cy="2494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80380" cy="249446"/>
            </a:xfrm>
            <a:custGeom>
              <a:avLst/>
              <a:gdLst/>
              <a:ahLst/>
              <a:cxnLst/>
              <a:rect r="r" b="b" t="t" l="l"/>
              <a:pathLst>
                <a:path h="249446" w="2880380">
                  <a:moveTo>
                    <a:pt x="36103" y="0"/>
                  </a:moveTo>
                  <a:lnTo>
                    <a:pt x="2844277" y="0"/>
                  </a:lnTo>
                  <a:cubicBezTo>
                    <a:pt x="2864217" y="0"/>
                    <a:pt x="2880380" y="16164"/>
                    <a:pt x="2880380" y="36103"/>
                  </a:cubicBezTo>
                  <a:lnTo>
                    <a:pt x="2880380" y="213343"/>
                  </a:lnTo>
                  <a:cubicBezTo>
                    <a:pt x="2880380" y="222918"/>
                    <a:pt x="2876577" y="232101"/>
                    <a:pt x="2869806" y="238871"/>
                  </a:cubicBezTo>
                  <a:cubicBezTo>
                    <a:pt x="2863036" y="245642"/>
                    <a:pt x="2853853" y="249446"/>
                    <a:pt x="2844277" y="249446"/>
                  </a:cubicBezTo>
                  <a:lnTo>
                    <a:pt x="36103" y="249446"/>
                  </a:lnTo>
                  <a:cubicBezTo>
                    <a:pt x="16164" y="249446"/>
                    <a:pt x="0" y="233282"/>
                    <a:pt x="0" y="213343"/>
                  </a:cubicBezTo>
                  <a:lnTo>
                    <a:pt x="0" y="36103"/>
                  </a:lnTo>
                  <a:cubicBezTo>
                    <a:pt x="0" y="26528"/>
                    <a:pt x="3804" y="17345"/>
                    <a:pt x="10574" y="10574"/>
                  </a:cubicBezTo>
                  <a:cubicBezTo>
                    <a:pt x="17345" y="3804"/>
                    <a:pt x="26528" y="0"/>
                    <a:pt x="3610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880380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32485" y="6387844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Datetime:útil para trabalhar com datas e horários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69490" y="7099488"/>
            <a:ext cx="7490552" cy="1761050"/>
            <a:chOff x="0" y="0"/>
            <a:chExt cx="2437009" cy="5729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7009" cy="572948"/>
            </a:xfrm>
            <a:custGeom>
              <a:avLst/>
              <a:gdLst/>
              <a:ahLst/>
              <a:cxnLst/>
              <a:rect r="r" b="b" t="t" l="l"/>
              <a:pathLst>
                <a:path h="572948" w="2437009">
                  <a:moveTo>
                    <a:pt x="52711" y="0"/>
                  </a:moveTo>
                  <a:lnTo>
                    <a:pt x="2384297" y="0"/>
                  </a:lnTo>
                  <a:cubicBezTo>
                    <a:pt x="2413409" y="0"/>
                    <a:pt x="2437009" y="23600"/>
                    <a:pt x="2437009" y="52711"/>
                  </a:cubicBezTo>
                  <a:lnTo>
                    <a:pt x="2437009" y="520236"/>
                  </a:lnTo>
                  <a:cubicBezTo>
                    <a:pt x="2437009" y="549348"/>
                    <a:pt x="2413409" y="572948"/>
                    <a:pt x="2384297" y="572948"/>
                  </a:cubicBezTo>
                  <a:lnTo>
                    <a:pt x="52711" y="572948"/>
                  </a:lnTo>
                  <a:cubicBezTo>
                    <a:pt x="38732" y="572948"/>
                    <a:pt x="25324" y="567394"/>
                    <a:pt x="15439" y="557509"/>
                  </a:cubicBezTo>
                  <a:cubicBezTo>
                    <a:pt x="5554" y="547623"/>
                    <a:pt x="0" y="534216"/>
                    <a:pt x="0" y="520236"/>
                  </a:cubicBezTo>
                  <a:lnTo>
                    <a:pt x="0" y="52711"/>
                  </a:lnTo>
                  <a:cubicBezTo>
                    <a:pt x="0" y="38732"/>
                    <a:pt x="5554" y="25324"/>
                    <a:pt x="15439" y="15439"/>
                  </a:cubicBezTo>
                  <a:cubicBezTo>
                    <a:pt x="25324" y="5554"/>
                    <a:pt x="38732" y="0"/>
                    <a:pt x="52711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437009" cy="611048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32485" y="7480526"/>
            <a:ext cx="657797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</a:t>
            </a: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port datetime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= datetime.date.today()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print("Data de hoje:", hoje)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323766" y="7823440"/>
            <a:ext cx="4156545" cy="733397"/>
            <a:chOff x="0" y="0"/>
            <a:chExt cx="5542060" cy="97786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542060" cy="977862"/>
              <a:chOff x="0" y="0"/>
              <a:chExt cx="2068876" cy="36504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68876" cy="365041"/>
              </a:xfrm>
              <a:custGeom>
                <a:avLst/>
                <a:gdLst/>
                <a:ahLst/>
                <a:cxnLst/>
                <a:rect r="r" b="b" t="t" l="l"/>
                <a:pathLst>
                  <a:path h="365041" w="2068876">
                    <a:moveTo>
                      <a:pt x="94992" y="0"/>
                    </a:moveTo>
                    <a:lnTo>
                      <a:pt x="1973884" y="0"/>
                    </a:lnTo>
                    <a:cubicBezTo>
                      <a:pt x="1999078" y="0"/>
                      <a:pt x="2023239" y="10008"/>
                      <a:pt x="2041054" y="27822"/>
                    </a:cubicBezTo>
                    <a:cubicBezTo>
                      <a:pt x="2058868" y="45637"/>
                      <a:pt x="2068876" y="69798"/>
                      <a:pt x="2068876" y="94992"/>
                    </a:cubicBezTo>
                    <a:lnTo>
                      <a:pt x="2068876" y="270049"/>
                    </a:lnTo>
                    <a:cubicBezTo>
                      <a:pt x="2068876" y="322511"/>
                      <a:pt x="2026347" y="365041"/>
                      <a:pt x="1973884" y="365041"/>
                    </a:cubicBezTo>
                    <a:lnTo>
                      <a:pt x="94992" y="365041"/>
                    </a:lnTo>
                    <a:cubicBezTo>
                      <a:pt x="42529" y="365041"/>
                      <a:pt x="0" y="322511"/>
                      <a:pt x="0" y="270049"/>
                    </a:cubicBezTo>
                    <a:lnTo>
                      <a:pt x="0" y="94992"/>
                    </a:lnTo>
                    <a:cubicBezTo>
                      <a:pt x="0" y="69798"/>
                      <a:pt x="10008" y="45637"/>
                      <a:pt x="27822" y="27822"/>
                    </a:cubicBezTo>
                    <a:cubicBezTo>
                      <a:pt x="45637" y="10008"/>
                      <a:pt x="69798" y="0"/>
                      <a:pt x="94992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068876" cy="403141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80318" y="86318"/>
              <a:ext cx="5261742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Data de hoje: 2025-10-01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true" rot="0">
            <a:off x="7724891" y="7739142"/>
            <a:ext cx="470302" cy="481743"/>
          </a:xfrm>
          <a:custGeom>
            <a:avLst/>
            <a:gdLst/>
            <a:ahLst/>
            <a:cxnLst/>
            <a:rect r="r" b="b" t="t" l="l"/>
            <a:pathLst>
              <a:path h="481743" w="470302">
                <a:moveTo>
                  <a:pt x="0" y="481743"/>
                </a:moveTo>
                <a:lnTo>
                  <a:pt x="470302" y="481743"/>
                </a:lnTo>
                <a:lnTo>
                  <a:pt x="470302" y="0"/>
                </a:lnTo>
                <a:lnTo>
                  <a:pt x="0" y="0"/>
                </a:lnTo>
                <a:lnTo>
                  <a:pt x="0" y="48174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057749"/>
            <a:ext cx="16230600" cy="1823804"/>
            <a:chOff x="0" y="0"/>
            <a:chExt cx="21640800" cy="243173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640800" cy="2431738"/>
              <a:chOff x="0" y="0"/>
              <a:chExt cx="4524194" cy="5083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24194" cy="508376"/>
              </a:xfrm>
              <a:custGeom>
                <a:avLst/>
                <a:gdLst/>
                <a:ahLst/>
                <a:cxnLst/>
                <a:rect r="r" b="b" t="t" l="l"/>
                <a:pathLst>
                  <a:path h="508376" w="4524194">
                    <a:moveTo>
                      <a:pt x="24327" y="0"/>
                    </a:moveTo>
                    <a:lnTo>
                      <a:pt x="4499867" y="0"/>
                    </a:lnTo>
                    <a:cubicBezTo>
                      <a:pt x="4513302" y="0"/>
                      <a:pt x="4524194" y="10891"/>
                      <a:pt x="4524194" y="24327"/>
                    </a:cubicBezTo>
                    <a:lnTo>
                      <a:pt x="4524194" y="484049"/>
                    </a:lnTo>
                    <a:cubicBezTo>
                      <a:pt x="4524194" y="497484"/>
                      <a:pt x="4513302" y="508376"/>
                      <a:pt x="4499867" y="508376"/>
                    </a:cubicBezTo>
                    <a:lnTo>
                      <a:pt x="24327" y="508376"/>
                    </a:lnTo>
                    <a:cubicBezTo>
                      <a:pt x="10891" y="508376"/>
                      <a:pt x="0" y="497484"/>
                      <a:pt x="0" y="484049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524194" cy="546476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55581" y="186957"/>
              <a:ext cx="18729638" cy="1972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19"/>
                </a:lnSpc>
                <a:spcBef>
                  <a:spcPct val="0"/>
                </a:spcBef>
              </a:pPr>
              <a:r>
                <a:rPr lang="en-US" b="true" sz="429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Qual biblioteca devemos importar quando queremos: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4265758"/>
            <a:ext cx="16230600" cy="4736371"/>
            <a:chOff x="0" y="0"/>
            <a:chExt cx="6112504" cy="17837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12504" cy="1783735"/>
            </a:xfrm>
            <a:custGeom>
              <a:avLst/>
              <a:gdLst/>
              <a:ahLst/>
              <a:cxnLst/>
              <a:rect r="r" b="b" t="t" l="l"/>
              <a:pathLst>
                <a:path h="1783735" w="6112504">
                  <a:moveTo>
                    <a:pt x="24327" y="0"/>
                  </a:moveTo>
                  <a:lnTo>
                    <a:pt x="6088177" y="0"/>
                  </a:lnTo>
                  <a:cubicBezTo>
                    <a:pt x="6101612" y="0"/>
                    <a:pt x="6112504" y="10891"/>
                    <a:pt x="6112504" y="24327"/>
                  </a:cubicBezTo>
                  <a:lnTo>
                    <a:pt x="6112504" y="1759408"/>
                  </a:lnTo>
                  <a:cubicBezTo>
                    <a:pt x="6112504" y="1772843"/>
                    <a:pt x="6101612" y="1783735"/>
                    <a:pt x="6088177" y="1783735"/>
                  </a:cubicBezTo>
                  <a:lnTo>
                    <a:pt x="24327" y="1783735"/>
                  </a:lnTo>
                  <a:cubicBezTo>
                    <a:pt x="10891" y="1783735"/>
                    <a:pt x="0" y="1772843"/>
                    <a:pt x="0" y="175940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112504" cy="1821835"/>
            </a:xfrm>
            <a:prstGeom prst="rect">
              <a:avLst/>
            </a:prstGeom>
          </p:spPr>
          <p:txBody>
            <a:bodyPr anchor="ctr" rtlCol="false" tIns="35527" lIns="35527" bIns="35527" rIns="3552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9775" y="4369243"/>
            <a:ext cx="14324933" cy="414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calcular a raiz quadrada de um número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gerar um número aleatório entre 1 e 10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mostrar a data e a hora atuais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dividir todos os elementos de um array por 10 de uma vez só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desenhar um gráfico de linha com os valores de uma lista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057749"/>
            <a:ext cx="16230600" cy="1823804"/>
            <a:chOff x="0" y="0"/>
            <a:chExt cx="21640800" cy="243173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640800" cy="2431738"/>
              <a:chOff x="0" y="0"/>
              <a:chExt cx="4524194" cy="5083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24194" cy="508376"/>
              </a:xfrm>
              <a:custGeom>
                <a:avLst/>
                <a:gdLst/>
                <a:ahLst/>
                <a:cxnLst/>
                <a:rect r="r" b="b" t="t" l="l"/>
                <a:pathLst>
                  <a:path h="508376" w="4524194">
                    <a:moveTo>
                      <a:pt x="24327" y="0"/>
                    </a:moveTo>
                    <a:lnTo>
                      <a:pt x="4499867" y="0"/>
                    </a:lnTo>
                    <a:cubicBezTo>
                      <a:pt x="4513302" y="0"/>
                      <a:pt x="4524194" y="10891"/>
                      <a:pt x="4524194" y="24327"/>
                    </a:cubicBezTo>
                    <a:lnTo>
                      <a:pt x="4524194" y="484049"/>
                    </a:lnTo>
                    <a:cubicBezTo>
                      <a:pt x="4524194" y="497484"/>
                      <a:pt x="4513302" y="508376"/>
                      <a:pt x="4499867" y="508376"/>
                    </a:cubicBezTo>
                    <a:lnTo>
                      <a:pt x="24327" y="508376"/>
                    </a:lnTo>
                    <a:cubicBezTo>
                      <a:pt x="10891" y="508376"/>
                      <a:pt x="0" y="497484"/>
                      <a:pt x="0" y="484049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524194" cy="546476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55581" y="186957"/>
              <a:ext cx="18729638" cy="1972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19"/>
                </a:lnSpc>
                <a:spcBef>
                  <a:spcPct val="0"/>
                </a:spcBef>
              </a:pPr>
              <a:r>
                <a:rPr lang="en-US" b="true" sz="429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Qual biblioteca devemos importar quando queremos: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4265758"/>
            <a:ext cx="16230600" cy="4736371"/>
            <a:chOff x="0" y="0"/>
            <a:chExt cx="6112504" cy="17837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12504" cy="1783735"/>
            </a:xfrm>
            <a:custGeom>
              <a:avLst/>
              <a:gdLst/>
              <a:ahLst/>
              <a:cxnLst/>
              <a:rect r="r" b="b" t="t" l="l"/>
              <a:pathLst>
                <a:path h="1783735" w="6112504">
                  <a:moveTo>
                    <a:pt x="24327" y="0"/>
                  </a:moveTo>
                  <a:lnTo>
                    <a:pt x="6088177" y="0"/>
                  </a:lnTo>
                  <a:cubicBezTo>
                    <a:pt x="6101612" y="0"/>
                    <a:pt x="6112504" y="10891"/>
                    <a:pt x="6112504" y="24327"/>
                  </a:cubicBezTo>
                  <a:lnTo>
                    <a:pt x="6112504" y="1759408"/>
                  </a:lnTo>
                  <a:cubicBezTo>
                    <a:pt x="6112504" y="1772843"/>
                    <a:pt x="6101612" y="1783735"/>
                    <a:pt x="6088177" y="1783735"/>
                  </a:cubicBezTo>
                  <a:lnTo>
                    <a:pt x="24327" y="1783735"/>
                  </a:lnTo>
                  <a:cubicBezTo>
                    <a:pt x="10891" y="1783735"/>
                    <a:pt x="0" y="1772843"/>
                    <a:pt x="0" y="175940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112504" cy="1821835"/>
            </a:xfrm>
            <a:prstGeom prst="rect">
              <a:avLst/>
            </a:prstGeom>
          </p:spPr>
          <p:txBody>
            <a:bodyPr anchor="ctr" rtlCol="false" tIns="35527" lIns="35527" bIns="35527" rIns="3552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9775" y="4369243"/>
            <a:ext cx="14324933" cy="414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calcular a raiz quadrada de um número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gerar um número aleatório entre 1 e 10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mostrar a data e a hora atuais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dividir todos os elementos de um array por 10 de uma vez só</a:t>
            </a:r>
          </a:p>
          <a:p>
            <a:pPr algn="l" marL="636169" indent="-318085" lvl="1">
              <a:lnSpc>
                <a:spcPts val="6747"/>
              </a:lnSpc>
              <a:buAutoNum type="arabicPeriod" startAt="1"/>
            </a:pPr>
            <a:r>
              <a:rPr lang="en-US" b="true" sz="2946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desenhar um gráfico de linha com os valores de uma lista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58275" y="4629150"/>
            <a:ext cx="98315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 spc="-206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23114" y="5461641"/>
            <a:ext cx="147473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 spc="-206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random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5046" y="6313182"/>
            <a:ext cx="196616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 spc="-206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datetime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92379" y="7147585"/>
            <a:ext cx="122887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 spc="-206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numpy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27146" y="8085665"/>
            <a:ext cx="1975004" cy="41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b="true" sz="2812" spc="-165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matplotlib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837198"/>
            <a:ext cx="16230600" cy="1790595"/>
            <a:chOff x="0" y="0"/>
            <a:chExt cx="21640800" cy="238746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640800" cy="2387460"/>
              <a:chOff x="0" y="0"/>
              <a:chExt cx="5314120" cy="58626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314120" cy="586265"/>
              </a:xfrm>
              <a:custGeom>
                <a:avLst/>
                <a:gdLst/>
                <a:ahLst/>
                <a:cxnLst/>
                <a:rect r="r" b="b" t="t" l="l"/>
                <a:pathLst>
                  <a:path h="586265" w="5314120">
                    <a:moveTo>
                      <a:pt x="20711" y="0"/>
                    </a:moveTo>
                    <a:lnTo>
                      <a:pt x="5293409" y="0"/>
                    </a:lnTo>
                    <a:cubicBezTo>
                      <a:pt x="5298902" y="0"/>
                      <a:pt x="5304170" y="2182"/>
                      <a:pt x="5308054" y="6066"/>
                    </a:cubicBezTo>
                    <a:cubicBezTo>
                      <a:pt x="5311938" y="9950"/>
                      <a:pt x="5314120" y="15218"/>
                      <a:pt x="5314120" y="20711"/>
                    </a:cubicBezTo>
                    <a:lnTo>
                      <a:pt x="5314120" y="565555"/>
                    </a:lnTo>
                    <a:cubicBezTo>
                      <a:pt x="5314120" y="576993"/>
                      <a:pt x="5304848" y="586265"/>
                      <a:pt x="5293409" y="586265"/>
                    </a:cubicBezTo>
                    <a:lnTo>
                      <a:pt x="20711" y="586265"/>
                    </a:lnTo>
                    <a:cubicBezTo>
                      <a:pt x="15218" y="586265"/>
                      <a:pt x="9950" y="584083"/>
                      <a:pt x="6066" y="580199"/>
                    </a:cubicBezTo>
                    <a:cubicBezTo>
                      <a:pt x="2182" y="576315"/>
                      <a:pt x="0" y="571047"/>
                      <a:pt x="0" y="565555"/>
                    </a:cubicBezTo>
                    <a:lnTo>
                      <a:pt x="0" y="20711"/>
                    </a:lnTo>
                    <a:cubicBezTo>
                      <a:pt x="0" y="15218"/>
                      <a:pt x="2182" y="9950"/>
                      <a:pt x="6066" y="6066"/>
                    </a:cubicBezTo>
                    <a:cubicBezTo>
                      <a:pt x="9950" y="2182"/>
                      <a:pt x="15218" y="0"/>
                      <a:pt x="20711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314120" cy="624365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32430" y="290773"/>
              <a:ext cx="20175941" cy="1545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6"/>
                </a:lnSpc>
              </a:pPr>
              <a:r>
                <a:rPr lang="en-US" b="true" sz="297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Você recebeu um array com porcentagens em decimal:</a:t>
              </a:r>
            </a:p>
            <a:p>
              <a:pPr algn="ctr">
                <a:lnSpc>
                  <a:spcPts val="4886"/>
                </a:lnSpc>
              </a:pPr>
              <a:r>
                <a:rPr lang="en-US" b="true" sz="297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[0.25, 0.5, 0.75, 0.33, 0.67, 0.9, 0.1, 0.45, 0.8, 0.6]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913543"/>
            <a:ext cx="16230600" cy="4342530"/>
            <a:chOff x="0" y="0"/>
            <a:chExt cx="6112504" cy="16354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12504" cy="1635413"/>
            </a:xfrm>
            <a:custGeom>
              <a:avLst/>
              <a:gdLst/>
              <a:ahLst/>
              <a:cxnLst/>
              <a:rect r="r" b="b" t="t" l="l"/>
              <a:pathLst>
                <a:path h="1635413" w="6112504">
                  <a:moveTo>
                    <a:pt x="24327" y="0"/>
                  </a:moveTo>
                  <a:lnTo>
                    <a:pt x="6088177" y="0"/>
                  </a:lnTo>
                  <a:cubicBezTo>
                    <a:pt x="6101612" y="0"/>
                    <a:pt x="6112504" y="10891"/>
                    <a:pt x="6112504" y="24327"/>
                  </a:cubicBezTo>
                  <a:lnTo>
                    <a:pt x="6112504" y="1611086"/>
                  </a:lnTo>
                  <a:cubicBezTo>
                    <a:pt x="6112504" y="1624521"/>
                    <a:pt x="6101612" y="1635413"/>
                    <a:pt x="6088177" y="1635413"/>
                  </a:cubicBezTo>
                  <a:lnTo>
                    <a:pt x="24327" y="1635413"/>
                  </a:lnTo>
                  <a:cubicBezTo>
                    <a:pt x="10891" y="1635413"/>
                    <a:pt x="0" y="1624521"/>
                    <a:pt x="0" y="161108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112504" cy="1673513"/>
            </a:xfrm>
            <a:prstGeom prst="rect">
              <a:avLst/>
            </a:prstGeom>
          </p:spPr>
          <p:txBody>
            <a:bodyPr anchor="ctr" rtlCol="false" tIns="35527" lIns="35527" bIns="35527" rIns="3552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56500" y="4042839"/>
            <a:ext cx="15375000" cy="380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6183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Transforme os valores em porcentagens inteiras (ex: 0.67 = 67%)</a:t>
            </a:r>
          </a:p>
          <a:p>
            <a:pPr algn="l" marL="582930" indent="-291465" lvl="1">
              <a:lnSpc>
                <a:spcPts val="6183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Escolha 5 valores aleatórios desse array e calcule sua média</a:t>
            </a:r>
          </a:p>
          <a:p>
            <a:pPr algn="l" marL="582930" indent="-291465" lvl="1">
              <a:lnSpc>
                <a:spcPts val="6183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Gere um gráfico de barras com os 10 valores originais (já em %) e destaque os 5 valores sorteados em outra cor [eixo-x: índice do array, eixo-y: porcentagem]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04610" y="1627638"/>
            <a:ext cx="11191843" cy="8243270"/>
            <a:chOff x="0" y="0"/>
            <a:chExt cx="14922458" cy="1099102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4922458" cy="10991027"/>
              <a:chOff x="0" y="0"/>
              <a:chExt cx="3641203" cy="268190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41203" cy="2681901"/>
              </a:xfrm>
              <a:custGeom>
                <a:avLst/>
                <a:gdLst/>
                <a:ahLst/>
                <a:cxnLst/>
                <a:rect r="r" b="b" t="t" l="l"/>
                <a:pathLst>
                  <a:path h="2681901" w="3641203">
                    <a:moveTo>
                      <a:pt x="35279" y="0"/>
                    </a:moveTo>
                    <a:lnTo>
                      <a:pt x="3605924" y="0"/>
                    </a:lnTo>
                    <a:cubicBezTo>
                      <a:pt x="3625408" y="0"/>
                      <a:pt x="3641203" y="15795"/>
                      <a:pt x="3641203" y="35279"/>
                    </a:cubicBezTo>
                    <a:lnTo>
                      <a:pt x="3641203" y="2646622"/>
                    </a:lnTo>
                    <a:cubicBezTo>
                      <a:pt x="3641203" y="2666106"/>
                      <a:pt x="3625408" y="2681901"/>
                      <a:pt x="3605924" y="2681901"/>
                    </a:cubicBezTo>
                    <a:lnTo>
                      <a:pt x="35279" y="2681901"/>
                    </a:lnTo>
                    <a:cubicBezTo>
                      <a:pt x="15795" y="2681901"/>
                      <a:pt x="0" y="2666106"/>
                      <a:pt x="0" y="2646622"/>
                    </a:cubicBezTo>
                    <a:lnTo>
                      <a:pt x="0" y="35279"/>
                    </a:lnTo>
                    <a:cubicBezTo>
                      <a:pt x="0" y="15795"/>
                      <a:pt x="15795" y="0"/>
                      <a:pt x="35279" y="0"/>
                    </a:cubicBezTo>
                    <a:close/>
                  </a:path>
                </a:pathLst>
              </a:custGeom>
              <a:solidFill>
                <a:srgbClr val="19191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641203" cy="2720001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35321" y="467145"/>
              <a:ext cx="13994416" cy="991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import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numpy </a:t>
              </a: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as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np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import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random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import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math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import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matplotlib.pyplot </a:t>
              </a: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as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plt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96949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# Array inicial em decimal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valores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=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np.array(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0.25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0.5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0.75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0.33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0.67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0.9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0.1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0.45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0.8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0.6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]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96949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# 1. Transformar em porcentagens inteiras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valores_int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=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valores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*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100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print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"Valores em %:"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valores_int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96949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# 2. Sortear 5 valores e calcular a média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sorteados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=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random.sample(</a:t>
              </a:r>
              <a:r>
                <a:rPr lang="en-US" sz="1927" spc="-113">
                  <a:solidFill>
                    <a:srgbClr val="FFC33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list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(valores_int), </a:t>
              </a:r>
              <a:r>
                <a:rPr lang="en-US" sz="1927" spc="-113">
                  <a:solidFill>
                    <a:srgbClr val="FA08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5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media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=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math.fsum(sorteados)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/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FFC33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len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(sorteados)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print</a:t>
              </a: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"Valores sorteados:"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sorteados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print</a:t>
              </a: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"Média dos sorteados:"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medi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96949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# 3. Gráfico de barras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cores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= [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"blue"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if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v </a:t>
              </a: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not in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sorteados 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else 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"red"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for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 </a:t>
              </a:r>
              <a:r>
                <a:rPr lang="en-US" sz="1927" spc="-113">
                  <a:solidFill>
                    <a:srgbClr val="2FB0E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in </a:t>
              </a:r>
              <a:r>
                <a:rPr lang="en-US" sz="1927" spc="-113">
                  <a:solidFill>
                    <a:srgbClr val="F2EFE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valores_int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]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plt.bar(</a:t>
              </a:r>
              <a:r>
                <a:rPr lang="en-US" sz="1927" spc="-113">
                  <a:solidFill>
                    <a:srgbClr val="FFC33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range</a:t>
              </a: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</a:t>
              </a:r>
              <a:r>
                <a:rPr lang="en-US" sz="1927" spc="-113">
                  <a:solidFill>
                    <a:srgbClr val="FFC33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len</a:t>
              </a: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(valores_int)), valores_int, color</a:t>
              </a:r>
              <a:r>
                <a:rPr lang="en-US" sz="1927" spc="-113">
                  <a:solidFill>
                    <a:srgbClr val="F7AC1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=</a:t>
              </a: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cores)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E7EDE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plt.title(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"Porcentagens e valores sorteados"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plt.xlabel(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"Índice"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plt.ylabel(</a:t>
              </a:r>
              <a:r>
                <a:rPr lang="en-US" sz="1927" spc="-113">
                  <a:solidFill>
                    <a:srgbClr val="169D5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"Porcentagem (%)"</a:t>
              </a: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</a:p>
            <a:p>
              <a:pPr algn="l">
                <a:lnSpc>
                  <a:spcPts val="2313"/>
                </a:lnSpc>
                <a:spcBef>
                  <a:spcPct val="0"/>
                </a:spcBef>
              </a:pPr>
              <a:r>
                <a:rPr lang="en-US" sz="1927" spc="-113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plt.show()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09635" y="3201068"/>
            <a:ext cx="5990178" cy="4414228"/>
          </a:xfrm>
          <a:custGeom>
            <a:avLst/>
            <a:gdLst/>
            <a:ahLst/>
            <a:cxnLst/>
            <a:rect r="r" b="b" t="t" l="l"/>
            <a:pathLst>
              <a:path h="4414228" w="5990178">
                <a:moveTo>
                  <a:pt x="0" y="0"/>
                </a:moveTo>
                <a:lnTo>
                  <a:pt x="5990178" y="0"/>
                </a:lnTo>
                <a:lnTo>
                  <a:pt x="5990178" y="4414228"/>
                </a:lnTo>
                <a:lnTo>
                  <a:pt x="0" y="4414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60705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9958" y="9327196"/>
            <a:ext cx="6908084" cy="4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3188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CODELAB TEEN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3845" y="-85725"/>
            <a:ext cx="12880309" cy="24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9"/>
              </a:lnSpc>
            </a:pPr>
            <a:r>
              <a:rPr lang="en-US" sz="12766" i="true" spc="-1314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OBRIGADO!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82000"/>
            <a:ext cx="2397565" cy="1010011"/>
            <a:chOff x="0" y="0"/>
            <a:chExt cx="3196753" cy="1346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6717" cy="1346708"/>
            </a:xfrm>
            <a:custGeom>
              <a:avLst/>
              <a:gdLst/>
              <a:ahLst/>
              <a:cxnLst/>
              <a:rect r="r" b="b" t="t" l="l"/>
              <a:pathLst>
                <a:path h="1346708" w="3196717">
                  <a:moveTo>
                    <a:pt x="0" y="0"/>
                  </a:moveTo>
                  <a:lnTo>
                    <a:pt x="3196717" y="0"/>
                  </a:lnTo>
                  <a:lnTo>
                    <a:pt x="3196717" y="1346708"/>
                  </a:lnTo>
                  <a:lnTo>
                    <a:pt x="0" y="134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7859" r="-1" b="-1178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55964" y="8276808"/>
            <a:ext cx="85760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2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https://forms.gle/Q1BYFnKxjyKuCC647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12237" y="2700980"/>
            <a:ext cx="13263525" cy="1098807"/>
          </a:xfrm>
          <a:custGeom>
            <a:avLst/>
            <a:gdLst/>
            <a:ahLst/>
            <a:cxnLst/>
            <a:rect r="r" b="b" t="t" l="l"/>
            <a:pathLst>
              <a:path h="1098807" w="13263525">
                <a:moveTo>
                  <a:pt x="0" y="0"/>
                </a:moveTo>
                <a:lnTo>
                  <a:pt x="13263526" y="0"/>
                </a:lnTo>
                <a:lnTo>
                  <a:pt x="13263526" y="1098808"/>
                </a:lnTo>
                <a:lnTo>
                  <a:pt x="0" y="1098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8037" y="2983684"/>
            <a:ext cx="122919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 spc="-19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Contem para a gente o que acharam da aula de hoje: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675120" y="3591510"/>
            <a:ext cx="4937760" cy="4937760"/>
            <a:chOff x="0" y="0"/>
            <a:chExt cx="6583680" cy="6583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DAG0SMudx3g</dc:identifier>
  <dcterms:modified xsi:type="dcterms:W3CDTF">2011-08-01T06:04:30Z</dcterms:modified>
  <cp:revision>1</cp:revision>
  <dc:title>Cálculos simples(+ - * / %) e Biblioteca</dc:title>
</cp:coreProperties>
</file>